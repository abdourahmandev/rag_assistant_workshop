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473fa63fbc43ca" /><Relationship Type="http://schemas.openxmlformats.org/officeDocument/2006/relationships/extended-properties" Target="/docProps/app.xml" Id="R5720ef50294148f7" /><Relationship Type="http://schemas.openxmlformats.org/officeDocument/2006/relationships/officeDocument" Target="/ppt/presentation.xml" Id="R683d6f82562644d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4d75f58bb4241de"/>
  </p:sldMasterIdLst>
  <p:notesMasterIdLst>
    <p:notesMasterId xmlns:r="http://schemas.openxmlformats.org/officeDocument/2006/relationships" r:id="R8fe1d7d9bf6d4812"/>
  </p:notesMasterIdLst>
  <p:sldIdLst>
    <p:sldId xmlns:r="http://schemas.openxmlformats.org/officeDocument/2006/relationships" id="256" r:id="Re5cb077523e64ea0"/>
    <p:sldId xmlns:r="http://schemas.openxmlformats.org/officeDocument/2006/relationships" id="257" r:id="R0fd194baaf2249d3"/>
    <p:sldId xmlns:r="http://schemas.openxmlformats.org/officeDocument/2006/relationships" id="258" r:id="R67c59598745149a9"/>
    <p:sldId xmlns:r="http://schemas.openxmlformats.org/officeDocument/2006/relationships" id="259" r:id="Rec798e9a41a849cf"/>
    <p:sldId xmlns:r="http://schemas.openxmlformats.org/officeDocument/2006/relationships" id="260" r:id="R66e9c0ee21794eb4"/>
    <p:sldId xmlns:r="http://schemas.openxmlformats.org/officeDocument/2006/relationships" id="261" r:id="Rf9accd5d8e0249c1"/>
    <p:sldId xmlns:r="http://schemas.openxmlformats.org/officeDocument/2006/relationships" id="262" r:id="R82ad84e7decb4b55"/>
    <p:sldId xmlns:r="http://schemas.openxmlformats.org/officeDocument/2006/relationships" id="263" r:id="R00aeaf11e4ea4407"/>
    <p:sldId xmlns:r="http://schemas.openxmlformats.org/officeDocument/2006/relationships" id="264" r:id="Rf86b152f57cb4868"/>
    <p:sldId xmlns:r="http://schemas.openxmlformats.org/officeDocument/2006/relationships" id="265" r:id="Ra58b696810f845c8"/>
    <p:sldId xmlns:r="http://schemas.openxmlformats.org/officeDocument/2006/relationships" id="266" r:id="R13d454fcec4742d3"/>
    <p:sldId xmlns:r="http://schemas.openxmlformats.org/officeDocument/2006/relationships" id="267" r:id="R35439512fe2f4d9c"/>
    <p:sldId xmlns:r="http://schemas.openxmlformats.org/officeDocument/2006/relationships" id="268" r:id="Ra85aca9efe704a00"/>
    <p:sldId xmlns:r="http://schemas.openxmlformats.org/officeDocument/2006/relationships" id="269" r:id="R5d89cc8429c14b7a"/>
    <p:sldId xmlns:r="http://schemas.openxmlformats.org/officeDocument/2006/relationships" id="270" r:id="R1d9689f1367647d6"/>
    <p:sldId xmlns:r="http://schemas.openxmlformats.org/officeDocument/2006/relationships" id="271" r:id="Rf9f2d0b5f2eb4ac4"/>
    <p:sldId xmlns:r="http://schemas.openxmlformats.org/officeDocument/2006/relationships" id="272" r:id="R92a97cda380d413c"/>
    <p:sldId xmlns:r="http://schemas.openxmlformats.org/officeDocument/2006/relationships" id="273" r:id="R4df4ae7ac1664f89"/>
    <p:sldId xmlns:r="http://schemas.openxmlformats.org/officeDocument/2006/relationships" id="274" r:id="R2387c73180034ed1"/>
    <p:sldId xmlns:r="http://schemas.openxmlformats.org/officeDocument/2006/relationships" id="275" r:id="Rf1b052da43b647b2"/>
    <p:sldId xmlns:r="http://schemas.openxmlformats.org/officeDocument/2006/relationships" id="276" r:id="R3caa0c446aad4adf"/>
  </p:sldIdLst>
  <p:sldSz cx="9144000" cy="5143500"/>
  <p:notesSz cx="6858000" cy="9144000"/>
  <p:embeddedFontLst>
    <p:embeddedFont>
      <p:font typeface="IBM Plex Mono"/>
      <p:regular xmlns:r="http://schemas.openxmlformats.org/officeDocument/2006/relationships" r:id="R32acfd1d1c414c31"/>
      <p:bold xmlns:r="http://schemas.openxmlformats.org/officeDocument/2006/relationships" r:id="R92aa4571b72b40cf"/>
      <p:italic xmlns:r="http://schemas.openxmlformats.org/officeDocument/2006/relationships" r:id="Rb5d8efefc32d444e"/>
      <p:boldItalic xmlns:r="http://schemas.openxmlformats.org/officeDocument/2006/relationships" r:id="Rd5576de0bf904b33"/>
    </p:embeddedFont>
    <p:embeddedFont>
      <p:font typeface="Open Sans ExtraBold"/>
      <p:bold xmlns:r="http://schemas.openxmlformats.org/officeDocument/2006/relationships" r:id="R0f30b86bef774c1e"/>
      <p:boldItalic xmlns:r="http://schemas.openxmlformats.org/officeDocument/2006/relationships" r:id="R3b1ce65c51994481"/>
    </p:embeddedFont>
    <p:embeddedFont>
      <p:font typeface="Open Sans"/>
      <p:regular xmlns:r="http://schemas.openxmlformats.org/officeDocument/2006/relationships" r:id="R14985195a816496d"/>
      <p:bold xmlns:r="http://schemas.openxmlformats.org/officeDocument/2006/relationships" r:id="Rd45067a9e12844b4"/>
      <p:italic xmlns:r="http://schemas.openxmlformats.org/officeDocument/2006/relationships" r:id="R7f102e00d5684c31"/>
      <p:boldItalic xmlns:r="http://schemas.openxmlformats.org/officeDocument/2006/relationships" r:id="R909c8973f15341e0"/>
    </p:embeddedFont>
    <p:embeddedFont>
      <p:font typeface="Roboto Mono Light"/>
      <p:regular xmlns:r="http://schemas.openxmlformats.org/officeDocument/2006/relationships" r:id="R5dfdb3947cd545f7"/>
      <p:bold xmlns:r="http://schemas.openxmlformats.org/officeDocument/2006/relationships" r:id="R35adddcae5e64ead"/>
      <p:italic xmlns:r="http://schemas.openxmlformats.org/officeDocument/2006/relationships" r:id="R04a74558266348bd"/>
      <p:boldItalic xmlns:r="http://schemas.openxmlformats.org/officeDocument/2006/relationships" r:id="Rc8e2e6107805466b"/>
    </p:embeddedFont>
    <p:embeddedFont>
      <p:font typeface="FreeSans"/>
      <p:regular xmlns:r="http://schemas.openxmlformats.org/officeDocument/2006/relationships" r:id="Rce433aca03ee4a4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6469fc7b1b48ca" /><Relationship Type="http://schemas.openxmlformats.org/officeDocument/2006/relationships/slideMaster" Target="/ppt/slideMasters/slideMaster1.xml" Id="Rc4d75f58bb4241de" /><Relationship Type="http://schemas.openxmlformats.org/officeDocument/2006/relationships/notesMaster" Target="/ppt/notesMasters/notesMaster1.xml" Id="R8fe1d7d9bf6d4812" /><Relationship Type="http://schemas.openxmlformats.org/officeDocument/2006/relationships/presProps" Target="/ppt/presProps.xml" Id="Rcded7e85bb6a4532" /><Relationship Type="http://schemas.openxmlformats.org/officeDocument/2006/relationships/tableStyles" Target="/ppt/tableStyles.xml" Id="Rfd2ee521333d4797" /><Relationship Type="http://schemas.openxmlformats.org/officeDocument/2006/relationships/font" Target="/ppt/fonts/font.dat" Id="R32acfd1d1c414c31" /><Relationship Type="http://schemas.openxmlformats.org/officeDocument/2006/relationships/font" Target="/ppt/fonts/font2.dat" Id="R92aa4571b72b40cf" /><Relationship Type="http://schemas.openxmlformats.org/officeDocument/2006/relationships/font" Target="/ppt/fonts/font3.dat" Id="Rb5d8efefc32d444e" /><Relationship Type="http://schemas.openxmlformats.org/officeDocument/2006/relationships/font" Target="/ppt/fonts/font4.dat" Id="Rd5576de0bf904b33" /><Relationship Type="http://schemas.openxmlformats.org/officeDocument/2006/relationships/font" Target="/ppt/fonts/font5.dat" Id="R0f30b86bef774c1e" /><Relationship Type="http://schemas.openxmlformats.org/officeDocument/2006/relationships/font" Target="/ppt/fonts/font6.dat" Id="R3b1ce65c51994481" /><Relationship Type="http://schemas.openxmlformats.org/officeDocument/2006/relationships/font" Target="/ppt/fonts/font7.dat" Id="R14985195a816496d" /><Relationship Type="http://schemas.openxmlformats.org/officeDocument/2006/relationships/font" Target="/ppt/fonts/font8.dat" Id="Rd45067a9e12844b4" /><Relationship Type="http://schemas.openxmlformats.org/officeDocument/2006/relationships/font" Target="/ppt/fonts/font9.dat" Id="R7f102e00d5684c31" /><Relationship Type="http://schemas.openxmlformats.org/officeDocument/2006/relationships/font" Target="/ppt/fonts/font10.dat" Id="R909c8973f15341e0" /><Relationship Type="http://schemas.openxmlformats.org/officeDocument/2006/relationships/font" Target="/ppt/fonts/font11.dat" Id="R5dfdb3947cd545f7" /><Relationship Type="http://schemas.openxmlformats.org/officeDocument/2006/relationships/font" Target="/ppt/fonts/font12.dat" Id="R35adddcae5e64ead" /><Relationship Type="http://schemas.openxmlformats.org/officeDocument/2006/relationships/font" Target="/ppt/fonts/font13.dat" Id="R04a74558266348bd" /><Relationship Type="http://schemas.openxmlformats.org/officeDocument/2006/relationships/font" Target="/ppt/fonts/font14.dat" Id="Rc8e2e6107805466b" /><Relationship Type="http://schemas.openxmlformats.org/officeDocument/2006/relationships/font" Target="/ppt/fonts/font15.dat" Id="Rce433aca03ee4a42" /><Relationship Type="http://schemas.openxmlformats.org/officeDocument/2006/relationships/slide" Target="/ppt/slides/slide1.xml" Id="Re5cb077523e64ea0" /><Relationship Type="http://schemas.openxmlformats.org/officeDocument/2006/relationships/slide" Target="/ppt/slides/slide2.xml" Id="R0fd194baaf2249d3" /><Relationship Type="http://schemas.openxmlformats.org/officeDocument/2006/relationships/slide" Target="/ppt/slides/slide3.xml" Id="R67c59598745149a9" /><Relationship Type="http://schemas.openxmlformats.org/officeDocument/2006/relationships/slide" Target="/ppt/slides/slide4.xml" Id="Rec798e9a41a849cf" /><Relationship Type="http://schemas.openxmlformats.org/officeDocument/2006/relationships/slide" Target="/ppt/slides/slide5.xml" Id="R66e9c0ee21794eb4" /><Relationship Type="http://schemas.openxmlformats.org/officeDocument/2006/relationships/slide" Target="/ppt/slides/slide6.xml" Id="Rf9accd5d8e0249c1" /><Relationship Type="http://schemas.openxmlformats.org/officeDocument/2006/relationships/slide" Target="/ppt/slides/slide7.xml" Id="R82ad84e7decb4b55" /><Relationship Type="http://schemas.openxmlformats.org/officeDocument/2006/relationships/slide" Target="/ppt/slides/slide8.xml" Id="R00aeaf11e4ea4407" /><Relationship Type="http://schemas.openxmlformats.org/officeDocument/2006/relationships/slide" Target="/ppt/slides/slide9.xml" Id="Rf86b152f57cb4868" /><Relationship Type="http://schemas.openxmlformats.org/officeDocument/2006/relationships/slide" Target="/ppt/slides/slide10.xml" Id="Ra58b696810f845c8" /><Relationship Type="http://schemas.openxmlformats.org/officeDocument/2006/relationships/slide" Target="/ppt/slides/slide11.xml" Id="R13d454fcec4742d3" /><Relationship Type="http://schemas.openxmlformats.org/officeDocument/2006/relationships/slide" Target="/ppt/slides/slide12.xml" Id="R35439512fe2f4d9c" /><Relationship Type="http://schemas.openxmlformats.org/officeDocument/2006/relationships/slide" Target="/ppt/slides/slide13.xml" Id="Ra85aca9efe704a00" /><Relationship Type="http://schemas.openxmlformats.org/officeDocument/2006/relationships/slide" Target="/ppt/slides/slide14.xml" Id="R5d89cc8429c14b7a" /><Relationship Type="http://schemas.openxmlformats.org/officeDocument/2006/relationships/slide" Target="/ppt/slides/slide15.xml" Id="R1d9689f1367647d6" /><Relationship Type="http://schemas.openxmlformats.org/officeDocument/2006/relationships/slide" Target="/ppt/slides/slide16.xml" Id="Rf9f2d0b5f2eb4ac4" /><Relationship Type="http://schemas.openxmlformats.org/officeDocument/2006/relationships/slide" Target="/ppt/slides/slide17.xml" Id="R92a97cda380d413c" /><Relationship Type="http://schemas.openxmlformats.org/officeDocument/2006/relationships/slide" Target="/ppt/slides/slide18.xml" Id="R4df4ae7ac1664f89" /><Relationship Type="http://schemas.openxmlformats.org/officeDocument/2006/relationships/slide" Target="/ppt/slides/slide19.xml" Id="R2387c73180034ed1" /><Relationship Type="http://schemas.openxmlformats.org/officeDocument/2006/relationships/slide" Target="/ppt/slides/slide20.xml" Id="Rf1b052da43b647b2" /><Relationship Type="http://schemas.openxmlformats.org/officeDocument/2006/relationships/slide" Target="/ppt/slides/slide21.xml" Id="R3caa0c446aad4a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e9573edd5b41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LH Theme (v5)">
  <a:themeElements>
    <a:clrScheme name="Simple Light">
      <a:dk1>
        <a:srgbClr val="262626"/>
      </a:dk1>
      <a:lt1>
        <a:srgbClr val="122F4C"/>
      </a:lt1>
      <a:dk2>
        <a:srgbClr val="F5F5F5"/>
      </a:dk2>
      <a:lt2>
        <a:srgbClr val="FAFAFA"/>
      </a:lt2>
      <a:accent1>
        <a:srgbClr val="E73727"/>
      </a:accent1>
      <a:accent2>
        <a:srgbClr val="1D539F"/>
      </a:accent2>
      <a:accent3>
        <a:srgbClr val="F8B92A"/>
      </a:accent3>
      <a:accent4>
        <a:srgbClr val="22C55E"/>
      </a:accent4>
      <a:accent5>
        <a:srgbClr val="F97316"/>
      </a:accent5>
      <a:accent6>
        <a:srgbClr val="A855F7"/>
      </a:accent6>
      <a:hlink>
        <a:srgbClr val="4787E2"/>
      </a:hlink>
      <a:folHlink>
        <a:srgbClr val="0097A7"/>
      </a:folHlink>
    </a:clrScheme>
    <a:fontScheme name="Office">
      <a:majorFont>
        <a:latin typeface="Roboto Mono Light"/>
        <a:ea typeface=""/>
        <a:cs typeface=""/>
      </a:majorFont>
      <a:minorFont>
        <a:latin typeface="Roboto Mono Light"/>
        <a:ea typeface=""/>
        <a:cs typeface=""/>
      </a:minorFont>
    </a:fontScheme>
    <a:fmtScheme name="Simple Light">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e137325f834114" /><Relationship Type="http://schemas.openxmlformats.org/officeDocument/2006/relationships/notesMaster" Target="/ppt/notesMasters/notesMaster1.xml" Id="R169fd5328aba47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77e1c2162341a8" /><Relationship Type="http://schemas.openxmlformats.org/officeDocument/2006/relationships/notesMaster" Target="/ppt/notesMasters/notesMaster1.xml" Id="R93e3aff8cad248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fabdc612334c60" /><Relationship Type="http://schemas.openxmlformats.org/officeDocument/2006/relationships/notesMaster" Target="/ppt/notesMasters/notesMaster1.xml" Id="R763aad17a3e346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20906750554746" /><Relationship Type="http://schemas.openxmlformats.org/officeDocument/2006/relationships/notesMaster" Target="/ppt/notesMasters/notesMaster1.xml" Id="Rdadd4cca5c4a49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82917268da4515" /><Relationship Type="http://schemas.openxmlformats.org/officeDocument/2006/relationships/notesMaster" Target="/ppt/notesMasters/notesMaster1.xml" Id="R9fa0cbfe581343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d95e88e14e4533" /><Relationship Type="http://schemas.openxmlformats.org/officeDocument/2006/relationships/notesMaster" Target="/ppt/notesMasters/notesMaster1.xml" Id="Raacc98fa190146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f520b3f8934c0d" /><Relationship Type="http://schemas.openxmlformats.org/officeDocument/2006/relationships/notesMaster" Target="/ppt/notesMasters/notesMaster1.xml" Id="R16d4f788c41242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313ea0634040c6" /><Relationship Type="http://schemas.openxmlformats.org/officeDocument/2006/relationships/notesMaster" Target="/ppt/notesMasters/notesMaster1.xml" Id="R7f7c7bd9b4bc4b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73fbb8ceb84d7c" /><Relationship Type="http://schemas.openxmlformats.org/officeDocument/2006/relationships/notesMaster" Target="/ppt/notesMasters/notesMaster1.xml" Id="R973c16d837054e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fdf2433e144ca1" /><Relationship Type="http://schemas.openxmlformats.org/officeDocument/2006/relationships/notesMaster" Target="/ppt/notesMasters/notesMaster1.xml" Id="Rabf9b254e9d846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d04aa7bc5d47b2" /><Relationship Type="http://schemas.openxmlformats.org/officeDocument/2006/relationships/notesMaster" Target="/ppt/notesMasters/notesMaster1.xml" Id="R2fb14903fb0847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76877ef3894c39" /><Relationship Type="http://schemas.openxmlformats.org/officeDocument/2006/relationships/notesMaster" Target="/ppt/notesMasters/notesMaster1.xml" Id="R8ff3451e5b404e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21d98c5fa74ecf" /><Relationship Type="http://schemas.openxmlformats.org/officeDocument/2006/relationships/notesMaster" Target="/ppt/notesMasters/notesMaster1.xml" Id="R7b62b7c3b69f4d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cc1fef51264074" /><Relationship Type="http://schemas.openxmlformats.org/officeDocument/2006/relationships/notesMaster" Target="/ppt/notesMasters/notesMaster1.xml" Id="Rbcd762c9a3944b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362e7d8ee44879" /><Relationship Type="http://schemas.openxmlformats.org/officeDocument/2006/relationships/notesMaster" Target="/ppt/notesMasters/notesMaster1.xml" Id="R265bd1f7db3740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7c130220854c1a" /><Relationship Type="http://schemas.openxmlformats.org/officeDocument/2006/relationships/notesMaster" Target="/ppt/notesMasters/notesMaster1.xml" Id="Ree152ecb9d604d6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3a6d3c45e84b33" /><Relationship Type="http://schemas.openxmlformats.org/officeDocument/2006/relationships/notesMaster" Target="/ppt/notesMasters/notesMaster1.xml" Id="R48bdfa15da6645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7afcceccd84bf8" /><Relationship Type="http://schemas.openxmlformats.org/officeDocument/2006/relationships/notesMaster" Target="/ppt/notesMasters/notesMaster1.xml" Id="R60c71b694c124b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eda3fcba1549de" /><Relationship Type="http://schemas.openxmlformats.org/officeDocument/2006/relationships/notesMaster" Target="/ppt/notesMasters/notesMaster1.xml" Id="R916e85f72245498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44bfae3c5242f1" /><Relationship Type="http://schemas.openxmlformats.org/officeDocument/2006/relationships/notesMaster" Target="/ppt/notesMasters/notesMaster1.xml" Id="Rbd0322d88b4348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74ccffda6647c8" /><Relationship Type="http://schemas.openxmlformats.org/officeDocument/2006/relationships/notesMaster" Target="/ppt/notesMasters/notesMaster1.xml" Id="R297c6835835e4b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Build a RAG Assistant</a:t>
            </a:r>
          </a:p>
          <a:p xmlns:a="http://schemas.openxmlformats.org/drawingml/2006/main">
            <a:r>
              <a:t>TIME: 1 min</a:t>
            </a:r>
          </a:p>
          <a:p xmlns:a="http://schemas.openxmlformats.org/drawingml/2006/main">
            <a:r>
              <a:t/>
            </a:r>
          </a:p>
          <a:p xmlns:a="http://schemas.openxmlformats.org/drawingml/2006/main">
            <a:r>
              <a:t>SAY</a:t>
            </a:r>
          </a:p>
          <a:p xmlns:a="http://schemas.openxmlformats.org/drawingml/2006/main">
            <a:r>
              <a:t>Today we will turn a PDF into an assistant that can answer questions and show its evidence. We will follow one document through the whole process. For each stage, I will explain what it does, why we chose this approach, and what to look for in the application. By the end, you should be able to explain where an answer came from and identify which part of the process to improve.</a:t>
            </a:r>
          </a:p>
          <a:p xmlns:a="http://schemas.openxmlformats.org/drawingml/2006/main">
            <a:r>
              <a:t/>
            </a:r>
          </a:p>
          <a:p xmlns:a="http://schemas.openxmlformats.org/drawingml/2006/main">
            <a:r>
              <a:t>DO</a:t>
            </a:r>
          </a:p>
          <a:p xmlns:a="http://schemas.openxmlformats.org/drawingml/2006/main">
            <a:r>
              <a:t>Show the cover. Keep the application and PDF ready in separate windows. Present in English. Keep the document questions and answers in French.</a:t>
            </a:r>
          </a:p>
          <a:p xmlns:a="http://schemas.openxmlformats.org/drawingml/2006/main">
            <a:r>
              <a:t/>
            </a:r>
          </a:p>
          <a:p xmlns:a="http://schemas.openxmlformats.org/drawingml/2006/main">
            <a:r>
              <a:t>TRANSITION</a:t>
            </a:r>
          </a:p>
          <a:p xmlns:a="http://schemas.openxmlformats.org/drawingml/2006/main">
            <a:r>
              <a:t>Here is how we will work together.</a:t>
            </a:r>
          </a:p>
          <a:p xmlns:a="http://schemas.openxmlformats.org/drawingml/2006/main">
            <a:r>
              <a:t/>
            </a:r>
          </a:p>
          <a:p xmlns:a="http://schemas.openxmlformats.org/drawingml/2006/main">
            <a:r>
              <a:t>SOURCES</a:t>
            </a:r>
          </a:p>
          <a:p xmlns:a="http://schemas.openxmlformats.org/drawingml/2006/main">
            <a:r>
              <a:t>Workshop project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Abdourahman H. Mawlid</a:t>
            </a:r>
          </a:p>
          <a:p xmlns:a="http://schemas.openxmlformats.org/drawingml/2006/main">
            <a:r>
              <a:t>TIME: 1 min</a:t>
            </a:r>
          </a:p>
          <a:p xmlns:a="http://schemas.openxmlformats.org/drawingml/2006/main">
            <a:r>
              <a:t/>
            </a:r>
          </a:p>
          <a:p xmlns:a="http://schemas.openxmlformats.org/drawingml/2006/main">
            <a:r>
              <a:t>SAY</a:t>
            </a:r>
          </a:p>
          <a:p xmlns:a="http://schemas.openxmlformats.org/drawingml/2006/main">
            <a:r>
              <a:t>I am Abdourahman H. Mawlid, Senior Data Engineer and founder of Decidata. This is a guided workshop. We will alternate between a short explanation and an action in the project. The environment and model endpoints should already be configured. We will spend about fifty-two minutes exploring and practicing, then leave eight minutes for your questions.</a:t>
            </a:r>
          </a:p>
          <a:p xmlns:a="http://schemas.openxmlformats.org/drawingml/2006/main">
            <a:r>
              <a:t/>
            </a:r>
          </a:p>
          <a:p xmlns:a="http://schemas.openxmlformats.org/drawingml/2006/main">
            <a:r>
              <a:t>DO</a:t>
            </a:r>
          </a:p>
          <a:p xmlns:a="http://schemas.openxmlformats.org/drawingml/2006/main">
            <a:r>
              <a:t>Introduce yourself briefly. Explain that participants will use Streamlit and the repository, with no notebook required.</a:t>
            </a:r>
          </a:p>
          <a:p xmlns:a="http://schemas.openxmlformats.org/drawingml/2006/main">
            <a:r>
              <a:t/>
            </a:r>
          </a:p>
          <a:p xmlns:a="http://schemas.openxmlformats.org/drawingml/2006/main">
            <a:r>
              <a:t>TRANSITION</a:t>
            </a:r>
          </a:p>
          <a:p xmlns:a="http://schemas.openxmlformats.org/drawingml/2006/main">
            <a:r>
              <a:t>Let us begin with the kind of information we want to query.</a:t>
            </a:r>
          </a:p>
          <a:p xmlns:a="http://schemas.openxmlformats.org/drawingml/2006/main">
            <a:r>
              <a:t/>
            </a:r>
          </a:p>
          <a:p xmlns:a="http://schemas.openxmlformats.org/drawingml/2006/main">
            <a:r>
              <a:t>SOURCES</a:t>
            </a:r>
          </a:p>
          <a:p xmlns:a="http://schemas.openxmlformats.org/drawingml/2006/main">
            <a:r>
              <a:t>Original speaker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Traditional databases</a:t>
            </a:r>
          </a:p>
          <a:p xmlns:a="http://schemas.openxmlformats.org/drawingml/2006/main">
            <a:r>
              <a:t>TIME: 1 min</a:t>
            </a:r>
          </a:p>
          <a:p xmlns:a="http://schemas.openxmlformats.org/drawingml/2006/main">
            <a:r>
              <a:t/>
            </a:r>
          </a:p>
          <a:p xmlns:a="http://schemas.openxmlformats.org/drawingml/2006/main">
            <a:r>
              <a:t>SAY</a:t>
            </a:r>
          </a:p>
          <a:p xmlns:a="http://schemas.openxmlformats.org/drawingml/2006/main">
            <a:r>
              <a:t>When information already has a clear structure, a database query is a natural tool. For example, an orders table can tell us how many orders shipped today. Our example today is a privacy policy written in paragraphs. The answer is in the document, but we first need to find the right passage. That is the problem retrieval helps us solve.</a:t>
            </a:r>
          </a:p>
          <a:p xmlns:a="http://schemas.openxmlformats.org/drawingml/2006/main">
            <a:r>
              <a:t/>
            </a:r>
          </a:p>
          <a:p xmlns:a="http://schemas.openxmlformats.org/drawingml/2006/main">
            <a:r>
              <a:t>DO</a:t>
            </a:r>
          </a:p>
          <a:p xmlns:a="http://schemas.openxmlformats.org/drawingml/2006/main">
            <a:r>
              <a:t>Use the orders example briefly. Ask participants to think of a document they regularly search.</a:t>
            </a:r>
          </a:p>
          <a:p xmlns:a="http://schemas.openxmlformats.org/drawingml/2006/main">
            <a:r>
              <a:t/>
            </a:r>
          </a:p>
          <a:p xmlns:a="http://schemas.openxmlformats.org/drawingml/2006/main">
            <a:r>
              <a:t>TRANSITION</a:t>
            </a:r>
          </a:p>
          <a:p xmlns:a="http://schemas.openxmlformats.org/drawingml/2006/main">
            <a:r>
              <a:t>A language model can explain a passage once we give it the relevant text.</a:t>
            </a:r>
          </a:p>
          <a:p xmlns:a="http://schemas.openxmlformats.org/drawingml/2006/main">
            <a:r>
              <a:t/>
            </a:r>
          </a:p>
          <a:p xmlns:a="http://schemas.openxmlformats.org/drawingml/2006/main">
            <a:r>
              <a:t>SOURCES</a:t>
            </a:r>
          </a:p>
          <a:p xmlns:a="http://schemas.openxmlformats.org/drawingml/2006/main">
            <a:r>
              <a:t>Original concept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Why an LLM needs retrieval</a:t>
            </a:r>
          </a:p>
          <a:p xmlns:a="http://schemas.openxmlformats.org/drawingml/2006/main">
            <a:r>
              <a:t>TIME: 2 min</a:t>
            </a:r>
          </a:p>
          <a:p xmlns:a="http://schemas.openxmlformats.org/drawingml/2006/main">
            <a:r>
              <a:t/>
            </a:r>
          </a:p>
          <a:p xmlns:a="http://schemas.openxmlformats.org/drawingml/2006/main">
            <a:r>
              <a:t>SAY</a:t>
            </a:r>
          </a:p>
          <a:p xmlns:a="http://schemas.openxmlformats.org/drawingml/2006/main">
            <a:r>
              <a:t>RAG means retrieval-augmented generation. Retrieval finds useful evidence in our documents. Generation uses that evidence to compose an answer. The application sends the question and selected passages to the model. This lets us work with a document without training the model on it. The answer still needs checking because either the search or the generation can make a mistake.</a:t>
            </a:r>
          </a:p>
          <a:p xmlns:a="http://schemas.openxmlformats.org/drawingml/2006/main">
            <a:r>
              <a:t/>
            </a:r>
          </a:p>
          <a:p xmlns:a="http://schemas.openxmlformats.org/drawingml/2006/main">
            <a:r>
              <a:t>DO</a:t>
            </a:r>
          </a:p>
          <a:p xmlns:a="http://schemas.openxmlformats.org/drawingml/2006/main">
            <a:r>
              <a:t>Follow the existing diagram. Ask: where does the information from our PDF enter the process?</a:t>
            </a:r>
          </a:p>
          <a:p xmlns:a="http://schemas.openxmlformats.org/drawingml/2006/main">
            <a:r>
              <a:t/>
            </a:r>
          </a:p>
          <a:p xmlns:a="http://schemas.openxmlformats.org/drawingml/2006/main">
            <a:r>
              <a:t>TRANSITION</a:t>
            </a:r>
          </a:p>
          <a:p xmlns:a="http://schemas.openxmlformats.org/drawingml/2006/main">
            <a:r>
              <a:t>The full workflow has a preparation path and a question path.</a:t>
            </a:r>
          </a:p>
          <a:p xmlns:a="http://schemas.openxmlformats.org/drawingml/2006/main">
            <a:r>
              <a:t/>
            </a:r>
          </a:p>
          <a:p xmlns:a="http://schemas.openxmlformats.org/drawingml/2006/main">
            <a:r>
              <a:t>SOURCES</a:t>
            </a:r>
          </a:p>
          <a:p xmlns:a="http://schemas.openxmlformats.org/drawingml/2006/main">
            <a:r>
              <a:t>rag/pipeline.py</a:t>
            </a:r>
          </a:p>
          <a:p xmlns:a="http://schemas.openxmlformats.org/drawingml/2006/main">
            <a:r>
              <a:t>rag/application.py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The RAG pipeline</a:t>
            </a:r>
          </a:p>
          <a:p xmlns:a="http://schemas.openxmlformats.org/drawingml/2006/main">
            <a:r>
              <a:t>TIME: 3 min</a:t>
            </a:r>
          </a:p>
          <a:p xmlns:a="http://schemas.openxmlformats.org/drawingml/2006/main">
            <a:r>
              <a:t/>
            </a:r>
          </a:p>
          <a:p xmlns:a="http://schemas.openxmlformats.org/drawingml/2006/main">
            <a:r>
              <a:t>SAY</a:t>
            </a:r>
          </a:p>
          <a:p xmlns:a="http://schemas.openxmlformats.org/drawingml/2006/main">
            <a:r>
              <a:t>The top row prepares the document. We read and split it, turn each passage into a vector, and import the passages, vectors and page references into a vector database. That final import is what indexing means in this workshop. A vector is a list of numbers that helps us compare texts by meaning. The bottom row runs for each question. We embed the question, search the stored vectors, and send the retrieved text to the language model. The document vectors can be reused across many questions.</a:t>
            </a:r>
          </a:p>
          <a:p xmlns:a="http://schemas.openxmlformats.org/drawingml/2006/main">
            <a:r>
              <a:t/>
            </a:r>
          </a:p>
          <a:p xmlns:a="http://schemas.openxmlformats.org/drawingml/2006/main">
            <a:r>
              <a:t>DO</a:t>
            </a:r>
          </a:p>
          <a:p xmlns:a="http://schemas.openxmlformats.org/drawingml/2006/main">
            <a:r>
              <a:t>Point to the vector database. Distinguish storage from generation. Ask participants which row runs once for a prepared document and which row runs for every new question.</a:t>
            </a:r>
          </a:p>
          <a:p xmlns:a="http://schemas.openxmlformats.org/drawingml/2006/main">
            <a:r>
              <a:t/>
            </a:r>
          </a:p>
          <a:p xmlns:a="http://schemas.openxmlformats.org/drawingml/2006/main">
            <a:r>
              <a:t>TRANSITION</a:t>
            </a:r>
          </a:p>
          <a:p xmlns:a="http://schemas.openxmlformats.org/drawingml/2006/main">
            <a:r>
              <a:t>Each stage has several possible strategies. Here are the choices we will use today.</a:t>
            </a:r>
          </a:p>
          <a:p xmlns:a="http://schemas.openxmlformats.org/drawingml/2006/main">
            <a:r>
              <a:t/>
            </a:r>
          </a:p>
          <a:p xmlns:a="http://schemas.openxmlformats.org/drawingml/2006/main">
            <a:r>
              <a:t>SOURCES</a:t>
            </a:r>
          </a:p>
          <a:p xmlns:a="http://schemas.openxmlformats.org/drawingml/2006/main">
            <a:r>
              <a:t>rag/corpus.py</a:t>
            </a:r>
          </a:p>
          <a:p xmlns:a="http://schemas.openxmlformats.org/drawingml/2006/main">
            <a:r>
              <a:t>rag/chunking.py</a:t>
            </a:r>
          </a:p>
          <a:p xmlns:a="http://schemas.openxmlformats.org/drawingml/2006/main">
            <a:r>
              <a:t>rag/pipeline.py</a:t>
            </a:r>
          </a:p>
          <a:p xmlns:a="http://schemas.openxmlformats.org/drawingml/2006/main">
            <a:r>
              <a:t>rag/vector_store.py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Choices at each RAG step</a:t>
            </a:r>
          </a:p>
          <a:p xmlns:a="http://schemas.openxmlformats.org/drawingml/2006/main">
            <a:r>
              <a:t>TIME: 3 min</a:t>
            </a:r>
          </a:p>
          <a:p xmlns:a="http://schemas.openxmlformats.org/drawingml/2006/main">
            <a:r>
              <a:t/>
            </a:r>
          </a:p>
          <a:p xmlns:a="http://schemas.openxmlformats.org/drawingml/2006/main">
            <a:r>
              <a:t>SAY</a:t>
            </a:r>
          </a:p>
          <a:p xmlns:a="http://schemas.openxmlformats.org/drawingml/2006/main">
            <a:r>
              <a:t>There is no single best configuration for every document. A scan needs OCR, while our PDF already contains text. Chunks can follow a fixed length, paragraphs or document sections. Embeddings should suit the language and subject. Storage can be local or shared. Retrieval can use meaning, exact words, or a combination. Generation can write a cited answer, extract a quotation, or return a fixed structure. We will use the middle column and explain the reason as we reach each stage. These are options we can combine, not exclusive categories.</a:t>
            </a:r>
          </a:p>
          <a:p xmlns:a="http://schemas.openxmlformats.org/drawingml/2006/main">
            <a:r>
              <a:t/>
            </a:r>
          </a:p>
          <a:p xmlns:a="http://schemas.openxmlformats.org/drawingml/2006/main">
            <a:r>
              <a:t>DO</a:t>
            </a:r>
          </a:p>
          <a:p xmlns:a="http://schemas.openxmlformats.org/drawingml/2006/main">
            <a:r>
              <a:t>Spend no more than three minutes on this map. Point to the chosen column. Do not explain every alternative in depth yet.</a:t>
            </a:r>
          </a:p>
          <a:p xmlns:a="http://schemas.openxmlformats.org/drawingml/2006/main">
            <a:r>
              <a:t/>
            </a:r>
          </a:p>
          <a:p xmlns:a="http://schemas.openxmlformats.org/drawingml/2006/main">
            <a:r>
              <a:t>TRANSITION</a:t>
            </a:r>
          </a:p>
          <a:p xmlns:a="http://schemas.openxmlformats.org/drawingml/2006/main">
            <a:r>
              <a:t>First, let us get the same project onto each computer.</a:t>
            </a:r>
          </a:p>
          <a:p xmlns:a="http://schemas.openxmlformats.org/drawingml/2006/main">
            <a:r>
              <a:t/>
            </a:r>
          </a:p>
          <a:p xmlns:a="http://schemas.openxmlformats.org/drawingml/2006/main">
            <a:r>
              <a:t>SOURCES</a:t>
            </a:r>
          </a:p>
          <a:p xmlns:a="http://schemas.openxmlformats.org/drawingml/2006/main">
            <a:r>
              <a:t>Workshop implementation choices.</a:t>
            </a:r>
          </a:p>
          <a:p xmlns:a="http://schemas.openxmlformats.org/drawingml/2006/main">
            <a:r>
              <a:t>https://pypdf.readthedocs.io/en/stable/user/extract-text.html</a:t>
            </a:r>
          </a:p>
          <a:p xmlns:a="http://schemas.openxmlformats.org/drawingml/2006/main">
            <a:r>
              <a:t>https://huggingface.co/google/embeddinggemma-300m</a:t>
            </a:r>
          </a:p>
          <a:p xmlns:a="http://schemas.openxmlformats.org/drawingml/2006/main">
            <a:r>
              <a:t>https://docs.trychroma.com/docs/overview/introduction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Getting the project from GitHub</a:t>
            </a:r>
          </a:p>
          <a:p xmlns:a="http://schemas.openxmlformats.org/drawingml/2006/main">
            <a:r>
              <a:t>TIME: 2 min</a:t>
            </a:r>
          </a:p>
          <a:p xmlns:a="http://schemas.openxmlformats.org/drawingml/2006/main">
            <a:r>
              <a:t/>
            </a:r>
          </a:p>
          <a:p xmlns:a="http://schemas.openxmlformats.org/drawingml/2006/main">
            <a:r>
              <a:t>SAY</a:t>
            </a:r>
          </a:p>
          <a:p xmlns:a="http://schemas.openxmlformats.org/drawingml/2006/main">
            <a:r>
              <a:t>The workshop project is available on GitHub. Before the session, install Git and Python 3.12 or 3.13. Open PowerShell in the folder where you keep your projects. Run git clone with this repository URL, then change into RAG_assistant_workshop. Cloning downloads the code, sample PDF and presentation materials. Follow the README to create the virtual environment and install the dependencies. Copy .env.example to .env and enter your authorized Hugging Face endpoint URLs and token privately. Then start Streamlit using the command in the README. The first processing run creates the embeddings and local database on your computer, so allow time for preparation before the live exercises.</a:t>
            </a:r>
          </a:p>
          <a:p xmlns:a="http://schemas.openxmlformats.org/drawingml/2006/main">
            <a:r>
              <a:t/>
            </a:r>
          </a:p>
          <a:p xmlns:a="http://schemas.openxmlformats.org/drawingml/2006/main">
            <a:r>
              <a:t>DO</a:t>
            </a:r>
          </a:p>
          <a:p xmlns:a="http://schemas.openxmlformats.org/drawingml/2006/main">
            <a:r>
              <a:t>Show the GitHub repository. In PowerShell, demonstrate the clone and cd commands, or show the already cloned folder. Open README.md and point to Windows PowerShell setup. Complete installation before the session. Keep .env closed when presenting. Start Streamlit after configuration.</a:t>
            </a:r>
          </a:p>
          <a:p xmlns:a="http://schemas.openxmlformats.org/drawingml/2006/main">
            <a:r>
              <a:t/>
            </a:r>
          </a:p>
          <a:p xmlns:a="http://schemas.openxmlformats.org/drawingml/2006/main">
            <a:r>
              <a:t>LOOK FOR</a:t>
            </a:r>
          </a:p>
          <a:p xmlns:a="http://schemas.openxmlformats.org/drawingml/2006/main">
            <a:r>
              <a:t>The cloned folder contains app.py, streamlit_app.py, rag/, tests/, the PDF and the workshop materials. Each participant configures .env privately and prepares their own index.</a:t>
            </a:r>
          </a:p>
          <a:p xmlns:a="http://schemas.openxmlformats.org/drawingml/2006/main">
            <a:r>
              <a:t/>
            </a:r>
          </a:p>
          <a:p xmlns:a="http://schemas.openxmlformats.org/drawingml/2006/main">
            <a:r>
              <a:t>TRANSITION</a:t>
            </a:r>
          </a:p>
          <a:p xmlns:a="http://schemas.openxmlformats.org/drawingml/2006/main">
            <a:r>
              <a:t>Now let us locate each RAG responsibility in the cloned project.</a:t>
            </a:r>
          </a:p>
          <a:p xmlns:a="http://schemas.openxmlformats.org/drawingml/2006/main">
            <a:r>
              <a:t/>
            </a:r>
          </a:p>
          <a:p xmlns:a="http://schemas.openxmlformats.org/drawingml/2006/main">
            <a:r>
              <a:t>SOURCES</a:t>
            </a:r>
          </a:p>
          <a:p xmlns:a="http://schemas.openxmlformats.org/drawingml/2006/main">
            <a:r>
              <a:t>https://github.com/Abdourahmandev/RAG_assistant_workshop</a:t>
            </a:r>
          </a:p>
          <a:p xmlns:a="http://schemas.openxmlformats.org/drawingml/2006/main">
            <a:r>
              <a:t>README.md</a:t>
            </a:r>
          </a:p>
          <a:p xmlns:a="http://schemas.openxmlformats.org/drawingml/2006/main">
            <a:r>
              <a:t>.env.example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The repository at a glance</a:t>
            </a:r>
          </a:p>
          <a:p xmlns:a="http://schemas.openxmlformats.org/drawingml/2006/main">
            <a:r>
              <a:t>TIME: 2 min</a:t>
            </a:r>
          </a:p>
          <a:p xmlns:a="http://schemas.openxmlformats.org/drawingml/2006/main">
            <a:r>
              <a:t/>
            </a:r>
          </a:p>
          <a:p xmlns:a="http://schemas.openxmlformats.org/drawingml/2006/main">
            <a:r>
              <a:t>SAY</a:t>
            </a:r>
          </a:p>
          <a:p xmlns:a="http://schemas.openxmlformats.org/drawingml/2006/main">
            <a:r>
              <a:t>The source PDF is our input. streamlit_app.py is the interface we will use during the workshop. app.py is a terminal alternative. The rag folder contains the shared pipeline, so both interfaces use the same logic. Inside it, corpus reads the document, chunking splits it, pipeline coordinates embedding and retrieval, and vector_store handles storage and search. The local database folder appears after preparation. You only need to recognize these responsibilities today, not read every function.</a:t>
            </a:r>
          </a:p>
          <a:p xmlns:a="http://schemas.openxmlformats.org/drawingml/2006/main">
            <a:r>
              <a:t/>
            </a:r>
          </a:p>
          <a:p xmlns:a="http://schemas.openxmlformats.org/drawingml/2006/main">
            <a:r>
              <a:t>DO</a:t>
            </a:r>
          </a:p>
          <a:p xmlns:a="http://schemas.openxmlformats.org/drawingml/2006/main">
            <a:r>
              <a:t>Open the project folder in the editor. Expand rag/. Point to the PDF, streamlit_app.py and the pipeline modules. Keep .env closed. Then switch to the running Streamlit application.</a:t>
            </a:r>
          </a:p>
          <a:p xmlns:a="http://schemas.openxmlformats.org/drawingml/2006/main">
            <a:r>
              <a:t/>
            </a:r>
          </a:p>
          <a:p xmlns:a="http://schemas.openxmlformats.org/drawingml/2006/main">
            <a:r>
              <a:t>TRANSITION</a:t>
            </a:r>
          </a:p>
          <a:p xmlns:a="http://schemas.openxmlformats.org/drawingml/2006/main">
            <a:r>
              <a:t>Some parts run on this laptop, while the models run on Hugging Face.</a:t>
            </a:r>
          </a:p>
          <a:p xmlns:a="http://schemas.openxmlformats.org/drawingml/2006/main">
            <a:r>
              <a:t/>
            </a:r>
          </a:p>
          <a:p xmlns:a="http://schemas.openxmlformats.org/drawingml/2006/main">
            <a:r>
              <a:t>SOURCES</a:t>
            </a:r>
          </a:p>
          <a:p xmlns:a="http://schemas.openxmlformats.org/drawingml/2006/main">
            <a:r>
              <a:t>Project file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Two models hosted on Hugging Face</a:t>
            </a:r>
          </a:p>
          <a:p xmlns:a="http://schemas.openxmlformats.org/drawingml/2006/main">
            <a:r>
              <a:t>TIME: 2 min</a:t>
            </a:r>
          </a:p>
          <a:p xmlns:a="http://schemas.openxmlformats.org/drawingml/2006/main">
            <a:r>
              <a:t/>
            </a:r>
          </a:p>
          <a:p xmlns:a="http://schemas.openxmlformats.org/drawingml/2006/main">
            <a:r>
              <a:t>SAY</a:t>
            </a:r>
          </a:p>
          <a:p xmlns:a="http://schemas.openxmlformats.org/drawingml/2006/main">
            <a:r>
              <a:t>Both models in this project run on Hugging Face Inference Endpoints. EmbeddingGemma turns document passages and questions into vectors. Qwen writes the final answer using retrieved text. The PDF reader, Streamlit interface and Chroma database run on the laptop. This setup avoids requiring a local GPU for the workshop. A local deployment is another choice when hardware or data constraints call for it. Today, inference requires an internet connection and sends the necessary text to our configured endpoints.</a:t>
            </a:r>
          </a:p>
          <a:p xmlns:a="http://schemas.openxmlformats.org/drawingml/2006/main">
            <a:r>
              <a:t/>
            </a:r>
          </a:p>
          <a:p xmlns:a="http://schemas.openxmlformats.org/drawingml/2006/main">
            <a:r>
              <a:t>DO</a:t>
            </a:r>
          </a:p>
          <a:p xmlns:a="http://schemas.openxmlformats.org/drawingml/2006/main">
            <a:r>
              <a:t>Point to each model and ask which one finds related text and which one writes. If showing the Hugging Face dashboard, show model names and status only. Do not show credentials or spend workshop time creating deployments.</a:t>
            </a:r>
          </a:p>
          <a:p xmlns:a="http://schemas.openxmlformats.org/drawingml/2006/main">
            <a:r>
              <a:t/>
            </a:r>
          </a:p>
          <a:p xmlns:a="http://schemas.openxmlformats.org/drawingml/2006/main">
            <a:r>
              <a:t>TRANSITION</a:t>
            </a:r>
          </a:p>
          <a:p xmlns:a="http://schemas.openxmlformats.org/drawingml/2006/main">
            <a:r>
              <a:t>Our first practical step is to look at the document itself.</a:t>
            </a:r>
          </a:p>
          <a:p xmlns:a="http://schemas.openxmlformats.org/drawingml/2006/main">
            <a:r>
              <a:t/>
            </a:r>
          </a:p>
          <a:p xmlns:a="http://schemas.openxmlformats.org/drawingml/2006/main">
            <a:r>
              <a:t>SOURCES</a:t>
            </a:r>
          </a:p>
          <a:p xmlns:a="http://schemas.openxmlformats.org/drawingml/2006/main">
            <a:r>
              <a:t>https://huggingface.co/google/embeddinggemma-300m</a:t>
            </a:r>
          </a:p>
          <a:p xmlns:a="http://schemas.openxmlformats.org/drawingml/2006/main">
            <a:r>
              <a:t>https://huggingface.co/Qwen/Qwen3-1.7B</a:t>
            </a:r>
          </a:p>
          <a:p xmlns:a="http://schemas.openxmlformats.org/drawingml/2006/main">
            <a:r>
              <a:t>https://huggingface.co/docs/inference-endpoints/index</a:t>
            </a:r>
          </a:p>
          <a:p xmlns:a="http://schemas.openxmlformats.org/drawingml/2006/main">
            <a:r>
              <a:t>rag/config.py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10 - 1. Reading the source document</a:t>
            </a:r>
          </a:p>
          <a:p xmlns:a="http://schemas.openxmlformats.org/drawingml/2006/main">
            <a:r>
              <a:t>TIME: 3 min</a:t>
            </a:r>
          </a:p>
          <a:p xmlns:a="http://schemas.openxmlformats.org/drawingml/2006/main">
            <a:r>
              <a:t/>
            </a:r>
          </a:p>
          <a:p xmlns:a="http://schemas.openxmlformats.org/drawingml/2006/main">
            <a:r>
              <a:t>OUR STRATEGY AND REASON</a:t>
            </a:r>
          </a:p>
          <a:p xmlns:a="http://schemas.openxmlformats.org/drawingml/2006/main">
            <a:r>
              <a:t>Text extraction and light cleaning. The PDF already contains selectable text. Preserve page references so each passage remains traceable.</a:t>
            </a:r>
          </a:p>
          <a:p xmlns:a="http://schemas.openxmlformats.org/drawingml/2006/main">
            <a:r>
              <a:t/>
            </a:r>
          </a:p>
          <a:p xmlns:a="http://schemas.openxmlformats.org/drawingml/2006/main">
            <a:r>
              <a:t>SAY</a:t>
            </a:r>
          </a:p>
          <a:p xmlns:a="http://schemas.openxmlformats.org/drawingml/2006/main">
            <a:r>
              <a:t>Our source is an eighteen-page privacy policy from Revenu Québec. Reading the PDF means extracting its text while retaining the page it came from. We normalize whitespace and keep the original page references. This PDF has selectable text, so we can use a text extractor. A scanned page would require OCR. Extraction can still damage punctuation or reading order, so checking the original matters. Keeping page references will let us verify the answer later.</a:t>
            </a:r>
          </a:p>
          <a:p xmlns:a="http://schemas.openxmlformats.org/drawingml/2006/main">
            <a:r>
              <a:t/>
            </a:r>
          </a:p>
          <a:p xmlns:a="http://schemas.openxmlformats.org/drawingml/2006/main">
            <a:r>
              <a:t>DO</a:t>
            </a:r>
          </a:p>
          <a:p xmlns:a="http://schemas.openxmlformats.org/drawingml/2006/main">
            <a:r>
              <a:t>Open A-6.002.pdf and select a sentence to show that it contains text. In Streamlit select the same file. Confirm Pages with text is 18. Do not start processing yet.</a:t>
            </a:r>
          </a:p>
          <a:p xmlns:a="http://schemas.openxmlformats.org/drawingml/2006/main">
            <a:r>
              <a:t/>
            </a:r>
          </a:p>
          <a:p xmlns:a="http://schemas.openxmlformats.org/drawingml/2006/main">
            <a:r>
              <a:t>LOOK FOR</a:t>
            </a:r>
          </a:p>
          <a:p xmlns:a="http://schemas.openxmlformats.org/drawingml/2006/main">
            <a:r>
              <a:t>The application recognizes 18 pages with text.</a:t>
            </a:r>
          </a:p>
          <a:p xmlns:a="http://schemas.openxmlformats.org/drawingml/2006/main">
            <a:r>
              <a:t/>
            </a:r>
          </a:p>
          <a:p xmlns:a="http://schemas.openxmlformats.org/drawingml/2006/main">
            <a:r>
              <a:t>TRANSITION</a:t>
            </a:r>
          </a:p>
          <a:p xmlns:a="http://schemas.openxmlformats.org/drawingml/2006/main">
            <a:r>
              <a:t>Next we divide that text into passages the retriever can search.</a:t>
            </a:r>
          </a:p>
          <a:p xmlns:a="http://schemas.openxmlformats.org/drawingml/2006/main">
            <a:r>
              <a:t/>
            </a:r>
          </a:p>
          <a:p xmlns:a="http://schemas.openxmlformats.org/drawingml/2006/main">
            <a:r>
              <a:t>SOURCES</a:t>
            </a:r>
          </a:p>
          <a:p xmlns:a="http://schemas.openxmlformats.org/drawingml/2006/main">
            <a:r>
              <a:t>A-6.002.pdf</a:t>
            </a:r>
          </a:p>
          <a:p xmlns:a="http://schemas.openxmlformats.org/drawingml/2006/main">
            <a:r>
              <a:t>rag/corpus.py</a:t>
            </a:r>
          </a:p>
          <a:p xmlns:a="http://schemas.openxmlformats.org/drawingml/2006/main">
            <a:r>
              <a:t>https://pypdf.readthedocs.io/en/stable/user/extract-text.html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11 - 2. Splitting text into chunks</a:t>
            </a:r>
          </a:p>
          <a:p xmlns:a="http://schemas.openxmlformats.org/drawingml/2006/main">
            <a:r>
              <a:t>TIME: 4 min</a:t>
            </a:r>
          </a:p>
          <a:p xmlns:a="http://schemas.openxmlformats.org/drawingml/2006/main">
            <a:r>
              <a:t/>
            </a:r>
          </a:p>
          <a:p xmlns:a="http://schemas.openxmlformats.org/drawingml/2006/main">
            <a:r>
              <a:t>OUR STRATEGY AND REASON</a:t>
            </a:r>
          </a:p>
          <a:p xmlns:a="http://schemas.openxmlformats.org/drawingml/2006/main">
            <a:r>
              <a:t>Fixed-size sliding windows: 80 words, 15-word overlap, within one page. This creates simple, repeatable boundaries and retains some context near each boundary. Compare with paragraph, section or semantic chunking.</a:t>
            </a:r>
          </a:p>
          <a:p xmlns:a="http://schemas.openxmlformats.org/drawingml/2006/main">
            <a:r>
              <a:t/>
            </a:r>
          </a:p>
          <a:p xmlns:a="http://schemas.openxmlformats.org/drawingml/2006/main">
            <a:r>
              <a:t>SAY</a:t>
            </a:r>
          </a:p>
          <a:p xmlns:a="http://schemas.openxmlformats.org/drawingml/2006/main">
            <a:r>
              <a:t>A chunk is a short passage we can retrieve independently. We use windows of eighty words. The next window repeats fifteen words from the previous one, which helps retain context near a boundary. Smaller chunks can isolate a fact. Larger chunks can preserve more context but may mix topics. Paragraphs and sections are useful alternatives when the document structure is reliable. Our fixed windows are easy to inspect and give us a simple starting point for this workshop.</a:t>
            </a:r>
          </a:p>
          <a:p xmlns:a="http://schemas.openxmlformats.org/drawingml/2006/main">
            <a:r>
              <a:t/>
            </a:r>
          </a:p>
          <a:p xmlns:a="http://schemas.openxmlformats.org/drawingml/2006/main">
            <a:r>
              <a:t>DO</a:t>
            </a:r>
          </a:p>
          <a:p xmlns:a="http://schemas.openxmlformats.org/drawingml/2006/main">
            <a:r>
              <a:t>Expand Settings in Streamlit. Keep Overlap in words at 15. Change Words per passage from 80 to 120 and observe the passage count change from 110 to 72. Restore 80 before continuing. This preview is local and does not call the embedding endpoint. Do not click Recompute embeddings.</a:t>
            </a:r>
          </a:p>
          <a:p xmlns:a="http://schemas.openxmlformats.org/drawingml/2006/main">
            <a:r>
              <a:t/>
            </a:r>
          </a:p>
          <a:p xmlns:a="http://schemas.openxmlformats.org/drawingml/2006/main">
            <a:r>
              <a:t>LOOK FOR</a:t>
            </a:r>
          </a:p>
          <a:p xmlns:a="http://schemas.openxmlformats.org/drawingml/2006/main">
            <a:r>
              <a:t>80 words gives 110 passages. 120 words gives 72. Restore 80 words and 15 overlap.</a:t>
            </a:r>
          </a:p>
          <a:p xmlns:a="http://schemas.openxmlformats.org/drawingml/2006/main">
            <a:r>
              <a:t/>
            </a:r>
          </a:p>
          <a:p xmlns:a="http://schemas.openxmlformats.org/drawingml/2006/main">
            <a:r>
              <a:t>TRANSITION</a:t>
            </a:r>
          </a:p>
          <a:p xmlns:a="http://schemas.openxmlformats.org/drawingml/2006/main">
            <a:r>
              <a:t>The search engine now needs a numerical representation of every passage.</a:t>
            </a:r>
          </a:p>
          <a:p xmlns:a="http://schemas.openxmlformats.org/drawingml/2006/main">
            <a:r>
              <a:t/>
            </a:r>
          </a:p>
          <a:p xmlns:a="http://schemas.openxmlformats.org/drawingml/2006/main">
            <a:r>
              <a:t>SOURCES</a:t>
            </a:r>
          </a:p>
          <a:p xmlns:a="http://schemas.openxmlformats.org/drawingml/2006/main">
            <a:r>
              <a:t>rag/chunking.py</a:t>
            </a:r>
          </a:p>
          <a:p xmlns:a="http://schemas.openxmlformats.org/drawingml/2006/main">
            <a:r>
              <a:t>Local inspect_pdf comparison with the supplied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12 - 3. Turning text into vectors</a:t>
            </a:r>
          </a:p>
          <a:p xmlns:a="http://schemas.openxmlformats.org/drawingml/2006/main">
            <a:r>
              <a:t>TIME: 3 min</a:t>
            </a:r>
          </a:p>
          <a:p xmlns:a="http://schemas.openxmlformats.org/drawingml/2006/main">
            <a:r>
              <a:t/>
            </a:r>
          </a:p>
          <a:p xmlns:a="http://schemas.openxmlformats.org/drawingml/2006/main">
            <a:r>
              <a:t>OUR STRATEGY AND REASON</a:t>
            </a:r>
          </a:p>
          <a:p xmlns:a="http://schemas.openxmlformats.org/drawingml/2006/main">
            <a:r>
              <a:t>Dense multilingual embeddings with EmbeddingGemma 300M, using 768 dimensions. Use the same model for passages and questions, with their task-specific prefixes. This suits the French corpus and meaning-based retrieval. Embed in batches of 8 and cache completed batches to avoid repeating work. Compare with an English-only or domain-tuned embedding model.</a:t>
            </a:r>
          </a:p>
          <a:p xmlns:a="http://schemas.openxmlformats.org/drawingml/2006/main">
            <a:r>
              <a:t/>
            </a:r>
          </a:p>
          <a:p xmlns:a="http://schemas.openxmlformats.org/drawingml/2006/main">
            <a:r>
              <a:t>SAY</a:t>
            </a:r>
          </a:p>
          <a:p xmlns:a="http://schemas.openxmlformats.org/drawingml/2006/main">
            <a:r>
              <a:t>An embedding is a list of numbers representing text for comparison. Our EmbeddingGemma deployment produces seven hundred and sixty-eight numbers per passage. These displayed values are the first four numbers from the saved vector for the page-five passage. Individual numbers are not readable facts. The model uses the whole vector to help rank related text. We use the same model for the document and the question, with the appropriate input formatting. A multilingual model suits our French document. A specialized model may help with a different domain, but it would need evaluation.</a:t>
            </a:r>
          </a:p>
          <a:p xmlns:a="http://schemas.openxmlformats.org/drawingml/2006/main">
            <a:r>
              <a:t/>
            </a:r>
          </a:p>
          <a:p xmlns:a="http://schemas.openxmlformats.org/drawingml/2006/main">
            <a:r>
              <a:t>DO</a:t>
            </a:r>
          </a:p>
          <a:p xmlns:a="http://schemas.openxmlformats.org/drawingml/2006/main">
            <a:r>
              <a:t>Point to the real vector excerpt on the slide. Ask: which model should also embed the question? Explain that the next preparation action will create or reuse these vectors and store them.</a:t>
            </a:r>
          </a:p>
          <a:p xmlns:a="http://schemas.openxmlformats.org/drawingml/2006/main">
            <a:r>
              <a:t/>
            </a:r>
          </a:p>
          <a:p xmlns:a="http://schemas.openxmlformats.org/drawingml/2006/main">
            <a:r>
              <a:t>TRANSITION</a:t>
            </a:r>
          </a:p>
          <a:p xmlns:a="http://schemas.openxmlformats.org/drawingml/2006/main">
            <a:r>
              <a:t>A useful search record keeps the text and its origin alongside that vector.</a:t>
            </a:r>
          </a:p>
          <a:p xmlns:a="http://schemas.openxmlformats.org/drawingml/2006/main">
            <a:r>
              <a:t/>
            </a:r>
          </a:p>
          <a:p xmlns:a="http://schemas.openxmlformats.org/drawingml/2006/main">
            <a:r>
              <a:t>SOURCES</a:t>
            </a:r>
          </a:p>
          <a:p xmlns:a="http://schemas.openxmlformats.org/drawingml/2006/main">
            <a:r>
              <a:t>https://huggingface.co/google/embeddinggemma-300m</a:t>
            </a:r>
          </a:p>
          <a:p xmlns:a="http://schemas.openxmlformats.org/drawingml/2006/main">
            <a:r>
              <a:t>Recorded .rag_cache vector for a-6_002_p0005_0195.</a:t>
            </a:r>
          </a:p>
          <a:p xmlns:a="http://schemas.openxmlformats.org/drawingml/2006/main">
            <a:r>
              <a:t>rag/pipeline.py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13 - 4. Importing into a vector database</a:t>
            </a:r>
          </a:p>
          <a:p xmlns:a="http://schemas.openxmlformats.org/drawingml/2006/main">
            <a:r>
              <a:t>TIME: 3 min</a:t>
            </a:r>
          </a:p>
          <a:p xmlns:a="http://schemas.openxmlformats.org/drawingml/2006/main">
            <a:r>
              <a:t/>
            </a:r>
          </a:p>
          <a:p xmlns:a="http://schemas.openxmlformats.org/drawingml/2006/main">
            <a:r>
              <a:t>OUR STRATEGY AND REASON</a:t>
            </a:r>
          </a:p>
          <a:p xmlns:a="http://schemas.openxmlformats.org/drawingml/2006/main">
            <a:r>
              <a:t>Persistent local Chroma storage for text, vectors and source metadata. The implementation uses an HNSW index with cosine distance. Local storage is convenient for a single workshop laptop and allows reuse. Compare with a managed vector store or SQL database with vector support.</a:t>
            </a:r>
          </a:p>
          <a:p xmlns:a="http://schemas.openxmlformats.org/drawingml/2006/main">
            <a:r>
              <a:t/>
            </a:r>
          </a:p>
          <a:p xmlns:a="http://schemas.openxmlformats.org/drawingml/2006/main">
            <a:r>
              <a:t>SAY</a:t>
            </a:r>
          </a:p>
          <a:p xmlns:a="http://schemas.openxmlformats.org/drawingml/2006/main">
            <a:r>
              <a:t>Indexing imports the prepared records into Chroma. Each record contains the passage text, its embedding and metadata such as the PDF page. The vector helps us find related passages. The text gives the language model evidence to read. The page tells us where to check it. We choose a local persistent database because it is convenient for one laptop and one workshop document. A shared application may need a managed service or a database with vector support. The database stores evidence. The language model still writes the answer.</a:t>
            </a:r>
          </a:p>
          <a:p xmlns:a="http://schemas.openxmlformats.org/drawingml/2006/main">
            <a:r>
              <a:t/>
            </a:r>
          </a:p>
          <a:p xmlns:a="http://schemas.openxmlformats.org/drawingml/2006/main">
            <a:r>
              <a:t>DO</a:t>
            </a:r>
          </a:p>
          <a:p xmlns:a="http://schemas.openxmlformats.org/drawingml/2006/main">
            <a:r>
              <a:t>Point to all three fields. Open the base_vectorielle folder only if useful, without opening or editing the database files. Explain that Start processing completes embedding and database import together.</a:t>
            </a:r>
          </a:p>
          <a:p xmlns:a="http://schemas.openxmlformats.org/drawingml/2006/main">
            <a:r>
              <a:t/>
            </a:r>
          </a:p>
          <a:p xmlns:a="http://schemas.openxmlformats.org/drawingml/2006/main">
            <a:r>
              <a:t>TRANSITION</a:t>
            </a:r>
          </a:p>
          <a:p xmlns:a="http://schemas.openxmlformats.org/drawingml/2006/main">
            <a:r>
              <a:t>We can now run the preparation path in the application.</a:t>
            </a:r>
          </a:p>
          <a:p xmlns:a="http://schemas.openxmlformats.org/drawingml/2006/main">
            <a:r>
              <a:t/>
            </a:r>
          </a:p>
          <a:p xmlns:a="http://schemas.openxmlformats.org/drawingml/2006/main">
            <a:r>
              <a:t>SOURCES</a:t>
            </a:r>
          </a:p>
          <a:p xmlns:a="http://schemas.openxmlformats.org/drawingml/2006/main">
            <a:r>
              <a:t>rag/vector_store.py</a:t>
            </a:r>
          </a:p>
          <a:p xmlns:a="http://schemas.openxmlformats.org/drawingml/2006/main">
            <a:r>
              <a:t>https://docs.trychroma.com/docs/overview/introduction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Practice: preparing the document</a:t>
            </a:r>
          </a:p>
          <a:p xmlns:a="http://schemas.openxmlformats.org/drawingml/2006/main">
            <a:r>
              <a:t>TIME: 5 min</a:t>
            </a:r>
          </a:p>
          <a:p xmlns:a="http://schemas.openxmlformats.org/drawingml/2006/main">
            <a:r>
              <a:t/>
            </a:r>
          </a:p>
          <a:p xmlns:a="http://schemas.openxmlformats.org/drawingml/2006/main">
            <a:r>
              <a:t>SAY</a:t>
            </a:r>
          </a:p>
          <a:p xmlns:a="http://schemas.openxmlformats.org/drawingml/2006/main">
            <a:r>
              <a:t>Now we run the top row of the pipeline. Check that the document has eighteen pages and the current settings give one hundred and ten passages. Click Start processing once. The application checks the models, creates missing embeddings, and imports the records into its local database. This laptop already has completed embeddings, so it can reuse them. A new installation will take longer, and an idle hosted model may need time to start. When the assistant says Ready, preparation is complete.</a:t>
            </a:r>
          </a:p>
          <a:p xmlns:a="http://schemas.openxmlformats.org/drawingml/2006/main">
            <a:r>
              <a:t/>
            </a:r>
          </a:p>
          <a:p xmlns:a="http://schemas.openxmlformats.org/drawingml/2006/main">
            <a:r>
              <a:t>DO</a:t>
            </a:r>
          </a:p>
          <a:p xmlns:a="http://schemas.openxmlformats.org/drawingml/2006/main">
            <a:r>
              <a:t>In Streamlit confirm 80 words, overlap 15 and Passages per answer 3. Keep Recompute embeddings unchecked. Click Start processing once. Wait for Ready and 110 passages. If already prepared, explain that the saved preparation is being reused. Do not launch a second server.</a:t>
            </a:r>
          </a:p>
          <a:p xmlns:a="http://schemas.openxmlformats.org/drawingml/2006/main">
            <a:r>
              <a:t/>
            </a:r>
          </a:p>
          <a:p xmlns:a="http://schemas.openxmlformats.org/drawingml/2006/main">
            <a:r>
              <a:t>LOOK FOR</a:t>
            </a:r>
          </a:p>
          <a:p xmlns:a="http://schemas.openxmlformats.org/drawingml/2006/main">
            <a:r>
              <a:t>Assistant: Ready. 110 passages available. A prepared laptop may report 110 reused from cache.</a:t>
            </a:r>
          </a:p>
          <a:p xmlns:a="http://schemas.openxmlformats.org/drawingml/2006/main">
            <a:r>
              <a:t/>
            </a:r>
          </a:p>
          <a:p xmlns:a="http://schemas.openxmlformats.org/drawingml/2006/main">
            <a:r>
              <a:t>FALLBACK</a:t>
            </a:r>
          </a:p>
          <a:p xmlns:a="http://schemas.openxmlformats.org/drawingml/2006/main">
            <a:r>
              <a:t>If the endpoints cannot wake during the session, show the recorded Ready view. Explain that it is a saved demonstration, then continue with the recorded answer and source examples.</a:t>
            </a:r>
          </a:p>
          <a:p xmlns:a="http://schemas.openxmlformats.org/drawingml/2006/main">
            <a:r>
              <a:t/>
            </a:r>
          </a:p>
          <a:p xmlns:a="http://schemas.openxmlformats.org/drawingml/2006/main">
            <a:r>
              <a:t>TRANSITION</a:t>
            </a:r>
          </a:p>
          <a:p xmlns:a="http://schemas.openxmlformats.org/drawingml/2006/main">
            <a:r>
              <a:t>From now on, each question follows the retrieval and answer path.</a:t>
            </a:r>
          </a:p>
          <a:p xmlns:a="http://schemas.openxmlformats.org/drawingml/2006/main">
            <a:r>
              <a:t/>
            </a:r>
          </a:p>
          <a:p xmlns:a="http://schemas.openxmlformats.org/drawingml/2006/main">
            <a:r>
              <a:t>SOURCES</a:t>
            </a:r>
          </a:p>
          <a:p xmlns:a="http://schemas.openxmlformats.org/drawingml/2006/main">
            <a:r>
              <a:t>streamlit_app.py</a:t>
            </a:r>
          </a:p>
          <a:p xmlns:a="http://schemas.openxmlformats.org/drawingml/2006/main">
            <a:r>
              <a:t>Recorded application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15 - 5. Retrieving useful passages</a:t>
            </a:r>
          </a:p>
          <a:p xmlns:a="http://schemas.openxmlformats.org/drawingml/2006/main">
            <a:r>
              <a:t>TIME: 3 min</a:t>
            </a:r>
          </a:p>
          <a:p xmlns:a="http://schemas.openxmlformats.org/drawingml/2006/main">
            <a:r>
              <a:t/>
            </a:r>
          </a:p>
          <a:p xmlns:a="http://schemas.openxmlformats.org/drawingml/2006/main">
            <a:r>
              <a:t>OUR STRATEGY AND REASON</a:t>
            </a:r>
          </a:p>
          <a:p xmlns:a="http://schemas.openxmlformats.org/drawingml/2006/main">
            <a:r>
              <a:t>Dense semantic retrieval using cosine similarity, with top k = 3. This keeps the evidence short enough to inspect. The implementation has no reranker or confidence threshold. Compare with keyword retrieval, hybrid search, reranking or a different k.</a:t>
            </a:r>
          </a:p>
          <a:p xmlns:a="http://schemas.openxmlformats.org/drawingml/2006/main">
            <a:r>
              <a:t/>
            </a:r>
          </a:p>
          <a:p xmlns:a="http://schemas.openxmlformats.org/drawingml/2006/main">
            <a:r>
              <a:t>SAY</a:t>
            </a:r>
          </a:p>
          <a:p xmlns:a="http://schemas.openxmlformats.org/drawingml/2006/main">
            <a:r>
              <a:t>For a question, we first create its vector and search the stored document vectors. Top three means we return the three highest-ranked passages. It does not mean all three are equally useful or that any answer is guaranteed. These page descriptions come from a recorded run of our French question. Page five contains the annual renewal statement. Page four discusses confidentiality laws. Page seventeen discusses destruction and policy changes. Which one actually answers how often staff renew their commitments? Meaning-based retrieval is a simple starting point. Exact keywords, hybrid search and reranking are alternatives when retrieval misses evidence.</a:t>
            </a:r>
          </a:p>
          <a:p xmlns:a="http://schemas.openxmlformats.org/drawingml/2006/main">
            <a:r>
              <a:t/>
            </a:r>
          </a:p>
          <a:p xmlns:a="http://schemas.openxmlformats.org/drawingml/2006/main">
            <a:r>
              <a:t>DO</a:t>
            </a:r>
          </a:p>
          <a:p xmlns:a="http://schemas.openxmlformats.org/drawingml/2006/main">
            <a:r>
              <a:t>Read the question: À quelle fréquence le personnel renouvelle-t-il ses engagements de confidentialité ? Ask the audience to choose the supporting page before revealing the answer in the application. Accept page 5. Explain that rankings can change with wording or settings.</a:t>
            </a:r>
          </a:p>
          <a:p xmlns:a="http://schemas.openxmlformats.org/drawingml/2006/main">
            <a:r>
              <a:t/>
            </a:r>
          </a:p>
          <a:p xmlns:a="http://schemas.openxmlformats.org/drawingml/2006/main">
            <a:r>
              <a:t>TRANSITION</a:t>
            </a:r>
          </a:p>
          <a:p xmlns:a="http://schemas.openxmlformats.org/drawingml/2006/main">
            <a:r>
              <a:t>The generator receives the selected text and the question together.</a:t>
            </a:r>
          </a:p>
          <a:p xmlns:a="http://schemas.openxmlformats.org/drawingml/2006/main">
            <a:r>
              <a:t/>
            </a:r>
          </a:p>
          <a:p xmlns:a="http://schemas.openxmlformats.org/drawingml/2006/main">
            <a:r>
              <a:t>SOURCES</a:t>
            </a:r>
          </a:p>
          <a:p xmlns:a="http://schemas.openxmlformats.org/drawingml/2006/main">
            <a:r>
              <a:t>Recorded French query from Streamlit.</a:t>
            </a:r>
          </a:p>
          <a:p xmlns:a="http://schemas.openxmlformats.org/drawingml/2006/main">
            <a:r>
              <a:t>rag/pipeline.py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16 - 6. Writing an answer from evidence</a:t>
            </a:r>
          </a:p>
          <a:p xmlns:a="http://schemas.openxmlformats.org/drawingml/2006/main">
            <a:r>
              <a:t>TIME: 2 min</a:t>
            </a:r>
          </a:p>
          <a:p xmlns:a="http://schemas.openxmlformats.org/drawingml/2006/main">
            <a:r>
              <a:t/>
            </a:r>
          </a:p>
          <a:p xmlns:a="http://schemas.openxmlformats.org/drawingml/2006/main">
            <a:r>
              <a:t>OUR STRATEGY AND REASON</a:t>
            </a:r>
          </a:p>
          <a:p xmlns:a="http://schemas.openxmlformats.org/drawingml/2006/main">
            <a:r>
              <a:t>Evidence-grounded prompting with Qwen3 1.7B: a concise French answer, source citations and abstention when evidence is absent. The application uses temperature 0 and disables thinking mode. These choices support a predictable workshop flow, but do not guarantee correctness. Compare with extractive answers or structured output.</a:t>
            </a:r>
          </a:p>
          <a:p xmlns:a="http://schemas.openxmlformats.org/drawingml/2006/main">
            <a:r>
              <a:t/>
            </a:r>
          </a:p>
          <a:p xmlns:a="http://schemas.openxmlformats.org/drawingml/2006/main">
            <a:r>
              <a:t>SAY</a:t>
            </a:r>
          </a:p>
          <a:p xmlns:a="http://schemas.openxmlformats.org/drawingml/2006/main">
            <a:r>
              <a:t>Qwen receives the question, the retrieved passages and instructions. We ask it to answer in French, use only supported information, cite its sources and abstain when evidence is missing. The model does not search the whole PDF at this stage. It sees the context supplied by retrieval. We choose a short cited answer because the audience needs to inspect the source. For other tasks, we might ask for a direct quotation or a structured response. Prompt instructions help, but we still need to verify the output.</a:t>
            </a:r>
          </a:p>
          <a:p xmlns:a="http://schemas.openxmlformats.org/drawingml/2006/main">
            <a:r>
              <a:t/>
            </a:r>
          </a:p>
          <a:p xmlns:a="http://schemas.openxmlformats.org/drawingml/2006/main">
            <a:r>
              <a:t>DO</a:t>
            </a:r>
          </a:p>
          <a:p xmlns:a="http://schemas.openxmlformats.org/drawingml/2006/main">
            <a:r>
              <a:t>Explain the three inputs in plain language. Ask what happens if retrieval does not include the passage with the answer.</a:t>
            </a:r>
          </a:p>
          <a:p xmlns:a="http://schemas.openxmlformats.org/drawingml/2006/main">
            <a:r>
              <a:t/>
            </a:r>
          </a:p>
          <a:p xmlns:a="http://schemas.openxmlformats.org/drawingml/2006/main">
            <a:r>
              <a:t>TRANSITION</a:t>
            </a:r>
          </a:p>
          <a:p xmlns:a="http://schemas.openxmlformats.org/drawingml/2006/main">
            <a:r>
              <a:t>Let us ask the question and inspect the result.</a:t>
            </a:r>
          </a:p>
          <a:p xmlns:a="http://schemas.openxmlformats.org/drawingml/2006/main">
            <a:r>
              <a:t/>
            </a:r>
          </a:p>
          <a:p xmlns:a="http://schemas.openxmlformats.org/drawingml/2006/main">
            <a:r>
              <a:t>SOURCES</a:t>
            </a:r>
          </a:p>
          <a:p xmlns:a="http://schemas.openxmlformats.org/drawingml/2006/main">
            <a:r>
              <a:t>rag/hf_client.py</a:t>
            </a:r>
          </a:p>
          <a:p xmlns:a="http://schemas.openxmlformats.org/drawingml/2006/main">
            <a:r>
              <a:t>https://huggingface.co/Qwen/Qwen3-1.7B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Practice: our first question</a:t>
            </a:r>
          </a:p>
          <a:p xmlns:a="http://schemas.openxmlformats.org/drawingml/2006/main">
            <a:r>
              <a:t>TIME: 4 min</a:t>
            </a:r>
          </a:p>
          <a:p xmlns:a="http://schemas.openxmlformats.org/drawingml/2006/main">
            <a:r>
              <a:t/>
            </a:r>
          </a:p>
          <a:p xmlns:a="http://schemas.openxmlformats.org/drawingml/2006/main">
            <a:r>
              <a:t>SAY</a:t>
            </a:r>
          </a:p>
          <a:p xmlns:a="http://schemas.openxmlformats.org/drawingml/2006/main">
            <a:r>
              <a:t>Let us ask our prepared assistant how often the staff renew their confidentiality commitments. The French wording is shown here. The expected fact is every year. The application first retrieves passages and then generates the answer. The screenshot records a real exchange from this project. During the live demonstration, your wording may differ, but the factual claim should be supported by the same source. Do not judge the answer only by how fluent it sounds.</a:t>
            </a:r>
          </a:p>
          <a:p xmlns:a="http://schemas.openxmlformats.org/drawingml/2006/main">
            <a:r>
              <a:t/>
            </a:r>
          </a:p>
          <a:p xmlns:a="http://schemas.openxmlformats.org/drawingml/2006/main">
            <a:r>
              <a:t>DO</a:t>
            </a:r>
          </a:p>
          <a:p xmlns:a="http://schemas.openxmlformats.org/drawingml/2006/main">
            <a:r>
              <a:t>Click New conversation if a previous exchange is present. Ask: À quelle fréquence le personnel renouvelle-t-il ses engagements de confidentialité ? Wait for the answer. Look for chaque année and a source citation.</a:t>
            </a:r>
          </a:p>
          <a:p xmlns:a="http://schemas.openxmlformats.org/drawingml/2006/main">
            <a:r>
              <a:t/>
            </a:r>
          </a:p>
          <a:p xmlns:a="http://schemas.openxmlformats.org/drawingml/2006/main">
            <a:r>
              <a:t>LOOK FOR</a:t>
            </a:r>
          </a:p>
          <a:p xmlns:a="http://schemas.openxmlformats.org/drawingml/2006/main">
            <a:r>
              <a:t>An answer in French stating that renewal happens every year, with a citation to the page-five passage.</a:t>
            </a:r>
          </a:p>
          <a:p xmlns:a="http://schemas.openxmlformats.org/drawingml/2006/main">
            <a:r>
              <a:t/>
            </a:r>
          </a:p>
          <a:p xmlns:a="http://schemas.openxmlformats.org/drawingml/2006/main">
            <a:r>
              <a:t>FALLBACK</a:t>
            </a:r>
          </a:p>
          <a:p xmlns:a="http://schemas.openxmlformats.org/drawingml/2006/main">
            <a:r>
              <a:t>If the network is unavailable, state that the displayed screenshot is a recorded response. Continue to the source-checking exercise.</a:t>
            </a:r>
          </a:p>
          <a:p xmlns:a="http://schemas.openxmlformats.org/drawingml/2006/main">
            <a:r>
              <a:t/>
            </a:r>
          </a:p>
          <a:p xmlns:a="http://schemas.openxmlformats.org/drawingml/2006/main">
            <a:r>
              <a:t>TRANSITION</a:t>
            </a:r>
          </a:p>
          <a:p xmlns:a="http://schemas.openxmlformats.org/drawingml/2006/main">
            <a:r>
              <a:t>A citation gives us a place to check. We still need to read it.</a:t>
            </a:r>
          </a:p>
          <a:p xmlns:a="http://schemas.openxmlformats.org/drawingml/2006/main">
            <a:r>
              <a:t/>
            </a:r>
          </a:p>
          <a:p xmlns:a="http://schemas.openxmlformats.org/drawingml/2006/main">
            <a:r>
              <a:t>SOURCES</a:t>
            </a:r>
          </a:p>
          <a:p xmlns:a="http://schemas.openxmlformats.org/drawingml/2006/main">
            <a:r>
              <a:t>Actual Streamlit screenshot.</a:t>
            </a:r>
          </a:p>
          <a:p xmlns:a="http://schemas.openxmlformats.org/drawingml/2006/main">
            <a:r>
              <a:t>A-6.002.pdf,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18 - 7. Checking the answer</a:t>
            </a:r>
          </a:p>
          <a:p xmlns:a="http://schemas.openxmlformats.org/drawingml/2006/main">
            <a:r>
              <a:t>TIME: 3 min</a:t>
            </a:r>
          </a:p>
          <a:p xmlns:a="http://schemas.openxmlformats.org/drawingml/2006/main">
            <a:r>
              <a:t/>
            </a:r>
          </a:p>
          <a:p xmlns:a="http://schemas.openxmlformats.org/drawingml/2006/main">
            <a:r>
              <a:t>OUR STRATEGY AND REASON</a:t>
            </a:r>
          </a:p>
          <a:p xmlns:a="http://schemas.openxmlformats.org/drawingml/2006/main">
            <a:r>
              <a:t>Human source verification plus an unsupported-question test. Check that the passage supports the claim and that the assistant abstains when appropriate. This makes the demonstration inspectable. A production evaluation would need more documents, questions and reviewers.</a:t>
            </a:r>
          </a:p>
          <a:p xmlns:a="http://schemas.openxmlformats.org/drawingml/2006/main">
            <a:r>
              <a:t/>
            </a:r>
          </a:p>
          <a:p xmlns:a="http://schemas.openxmlformats.org/drawingml/2006/main">
            <a:r>
              <a:t>SAY</a:t>
            </a:r>
          </a:p>
          <a:p xmlns:a="http://schemas.openxmlformats.org/drawingml/2006/main">
            <a:r>
              <a:t>Page five says that staff sign confidentiality commitments and renew them every year. We compare that source statement with the answer. First, does the cited passage exist? Second, does it support the specific claim? The application displays other retrieved passages too, so find the one actually cited. This check distinguishes a convincing answer from an answer we can justify. The source remains in French so that the live claim and its evidence can be compared directly.</a:t>
            </a:r>
          </a:p>
          <a:p xmlns:a="http://schemas.openxmlformats.org/drawingml/2006/main">
            <a:r>
              <a:t/>
            </a:r>
          </a:p>
          <a:p xmlns:a="http://schemas.openxmlformats.org/drawingml/2006/main">
            <a:r>
              <a:t>DO</a:t>
            </a:r>
          </a:p>
          <a:p xmlns:a="http://schemas.openxmlformats.org/drawingml/2006/main">
            <a:r>
              <a:t>Expand View retrieved passages. Find A-6.002.pdf, page 5. Read chaque année. Open page 5 of the original PDF and compare the statement. Ask a participant to explain why the citation supports the answer.</a:t>
            </a:r>
          </a:p>
          <a:p xmlns:a="http://schemas.openxmlformats.org/drawingml/2006/main">
            <a:r>
              <a:t/>
            </a:r>
          </a:p>
          <a:p xmlns:a="http://schemas.openxmlformats.org/drawingml/2006/main">
            <a:r>
              <a:t>LOOK FOR</a:t>
            </a:r>
          </a:p>
          <a:p xmlns:a="http://schemas.openxmlformats.org/drawingml/2006/main">
            <a:r>
              <a:t>The PDF and the answer agree on annual renewal.</a:t>
            </a:r>
          </a:p>
          <a:p xmlns:a="http://schemas.openxmlformats.org/drawingml/2006/main">
            <a:r>
              <a:t/>
            </a:r>
          </a:p>
          <a:p xmlns:a="http://schemas.openxmlformats.org/drawingml/2006/main">
            <a:r>
              <a:t>TRANSITION</a:t>
            </a:r>
          </a:p>
          <a:p xmlns:a="http://schemas.openxmlformats.org/drawingml/2006/main">
            <a:r>
              <a:t>A useful assistant also needs to recognize when the document cannot answer.</a:t>
            </a:r>
          </a:p>
          <a:p xmlns:a="http://schemas.openxmlformats.org/drawingml/2006/main">
            <a:r>
              <a:t/>
            </a:r>
          </a:p>
          <a:p xmlns:a="http://schemas.openxmlformats.org/drawingml/2006/main">
            <a:r>
              <a:t>SOURCES</a:t>
            </a:r>
          </a:p>
          <a:p xmlns:a="http://schemas.openxmlformats.org/drawingml/2006/main">
            <a:r>
              <a:t>A-6.002.pdf, page 5.</a:t>
            </a:r>
          </a:p>
          <a:p xmlns:a="http://schemas.openxmlformats.org/drawingml/2006/main">
            <a:r>
              <a:t>streamlit_app.py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Practice: a missing fact</a:t>
            </a:r>
          </a:p>
          <a:p xmlns:a="http://schemas.openxmlformats.org/drawingml/2006/main">
            <a:r>
              <a:t>TIME: 2 min</a:t>
            </a:r>
          </a:p>
          <a:p xmlns:a="http://schemas.openxmlformats.org/drawingml/2006/main">
            <a:r>
              <a:t/>
            </a:r>
          </a:p>
          <a:p xmlns:a="http://schemas.openxmlformats.org/drawingml/2006/main">
            <a:r>
              <a:t>SAY</a:t>
            </a:r>
          </a:p>
          <a:p xmlns:a="http://schemas.openxmlformats.org/drawingml/2006/main">
            <a:r>
              <a:t>We now ask for something the policy does not contain: the Wi-Fi password. Start a new conversation so the example is easy to interpret. The expected response says that the information is not in the documents. This is the right behavior for this question. However, the same refusal can also happen when retrieval fails to find a fact that is present. That is why we test both answerable questions and deliberately unsupported ones.</a:t>
            </a:r>
          </a:p>
          <a:p xmlns:a="http://schemas.openxmlformats.org/drawingml/2006/main">
            <a:r>
              <a:t/>
            </a:r>
          </a:p>
          <a:p xmlns:a="http://schemas.openxmlformats.org/drawingml/2006/main">
            <a:r>
              <a:t>DO</a:t>
            </a:r>
          </a:p>
          <a:p xmlns:a="http://schemas.openxmlformats.org/drawingml/2006/main">
            <a:r>
              <a:t>Click New conversation. Ask: Quel est le mot de passe du Wi-Fi de Revenu Québec ? Verify the French abstention. Confirm that the assistant remains Ready.</a:t>
            </a:r>
          </a:p>
          <a:p xmlns:a="http://schemas.openxmlformats.org/drawingml/2006/main">
            <a:r>
              <a:t/>
            </a:r>
          </a:p>
          <a:p xmlns:a="http://schemas.openxmlformats.org/drawingml/2006/main">
            <a:r>
              <a:t>LOOK FOR</a:t>
            </a:r>
          </a:p>
          <a:p xmlns:a="http://schemas.openxmlformats.org/drawingml/2006/main">
            <a:r>
              <a:t>Je ne trouve pas cette information dans les documents.</a:t>
            </a:r>
          </a:p>
          <a:p xmlns:a="http://schemas.openxmlformats.org/drawingml/2006/main">
            <a:r>
              <a:t/>
            </a:r>
          </a:p>
          <a:p xmlns:a="http://schemas.openxmlformats.org/drawingml/2006/main">
            <a:r>
              <a:t>TRANSITION</a:t>
            </a:r>
          </a:p>
          <a:p xmlns:a="http://schemas.openxmlformats.org/drawingml/2006/main">
            <a:r>
              <a:t>We can also test a retrieval choice without preparing the PDF again.</a:t>
            </a:r>
          </a:p>
          <a:p xmlns:a="http://schemas.openxmlformats.org/drawingml/2006/main">
            <a:r>
              <a:t/>
            </a:r>
          </a:p>
          <a:p xmlns:a="http://schemas.openxmlformats.org/drawingml/2006/main">
            <a:r>
              <a:t>SOURCES</a:t>
            </a:r>
          </a:p>
          <a:p xmlns:a="http://schemas.openxmlformats.org/drawingml/2006/main">
            <a:r>
              <a:t>Recorded Streamlit abstention.</a:t>
            </a:r>
          </a:p>
          <a:p xmlns:a="http://schemas.openxmlformats.org/drawingml/2006/main">
            <a:r>
              <a:t>rag/hf_client.py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Practice: three passages or five?</a:t>
            </a:r>
          </a:p>
          <a:p xmlns:a="http://schemas.openxmlformats.org/drawingml/2006/main">
            <a:r>
              <a:t>TIME: 3 min</a:t>
            </a:r>
          </a:p>
          <a:p xmlns:a="http://schemas.openxmlformats.org/drawingml/2006/main">
            <a:r>
              <a:t/>
            </a:r>
          </a:p>
          <a:p xmlns:a="http://schemas.openxmlformats.org/drawingml/2006/main">
            <a:r>
              <a:t>SAY</a:t>
            </a:r>
          </a:p>
          <a:p xmlns:a="http://schemas.openxmlformats.org/drawingml/2006/main">
            <a:r>
              <a:t>Retrieval depth controls how much evidence reaches the model. Three passages keeps the context short. Five may add a useful passage, but it can also add irrelevant material. We will change only that setting and repeat the same question. We are looking at the retrieved evidence as well as the wording of the answer. More context does not automatically mean a better answer. Changing the number of retrieved passages reuses the existing document vectors.</a:t>
            </a:r>
          </a:p>
          <a:p xmlns:a="http://schemas.openxmlformats.org/drawingml/2006/main">
            <a:r>
              <a:t/>
            </a:r>
          </a:p>
          <a:p xmlns:a="http://schemas.openxmlformats.org/drawingml/2006/main">
            <a:r>
              <a:t>DO</a:t>
            </a:r>
          </a:p>
          <a:p xmlns:a="http://schemas.openxmlformats.org/drawingml/2006/main">
            <a:r>
              <a:t>Start a new conversation and ask the annual-renewal question with Passages per answer set to 3. Inspect the sources. Change it to 5, start a new conversation and repeat the exact question. Compare the sources and supported claim. Restore 3. Do not click Recompute embeddings. Allow this as an optional exercise if startup took too long.</a:t>
            </a:r>
          </a:p>
          <a:p xmlns:a="http://schemas.openxmlformats.org/drawingml/2006/main">
            <a:r>
              <a:t/>
            </a:r>
          </a:p>
          <a:p xmlns:a="http://schemas.openxmlformats.org/drawingml/2006/main">
            <a:r>
              <a:t>LOOK FOR</a:t>
            </a:r>
          </a:p>
          <a:p xmlns:a="http://schemas.openxmlformats.org/drawingml/2006/main">
            <a:r>
              <a:t>The panel shows up to five retrieved passages. No specific improvement is promised. The source-supported fact should stay the same.</a:t>
            </a:r>
          </a:p>
          <a:p xmlns:a="http://schemas.openxmlformats.org/drawingml/2006/main">
            <a:r>
              <a:t/>
            </a:r>
          </a:p>
          <a:p xmlns:a="http://schemas.openxmlformats.org/drawingml/2006/main">
            <a:r>
              <a:t>TRANSITION</a:t>
            </a:r>
          </a:p>
          <a:p xmlns:a="http://schemas.openxmlformats.org/drawingml/2006/main">
            <a:r>
              <a:t>You now have a method for trying a change and checking its effect.</a:t>
            </a:r>
          </a:p>
          <a:p xmlns:a="http://schemas.openxmlformats.org/drawingml/2006/main">
            <a:r>
              <a:t/>
            </a:r>
          </a:p>
          <a:p xmlns:a="http://schemas.openxmlformats.org/drawingml/2006/main">
            <a:r>
              <a:t>SOURCES</a:t>
            </a:r>
          </a:p>
          <a:p xmlns:a="http://schemas.openxmlformats.org/drawingml/2006/main">
            <a:r>
              <a:t>streamlit_app.py</a:t>
            </a:r>
          </a:p>
          <a:p xmlns:a="http://schemas.openxmlformats.org/drawingml/2006/main">
            <a:r>
              <a:t>rag/pipeline.py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Your document, your questions</a:t>
            </a:r>
          </a:p>
          <a:p xmlns:a="http://schemas.openxmlformats.org/drawingml/2006/main">
            <a:r>
              <a:t>TIME: 8 min</a:t>
            </a:r>
          </a:p>
          <a:p xmlns:a="http://schemas.openxmlformats.org/drawingml/2006/main">
            <a:r>
              <a:t/>
            </a:r>
          </a:p>
          <a:p xmlns:a="http://schemas.openxmlformats.org/drawingml/2006/main">
            <a:r>
              <a:t>SAY</a:t>
            </a:r>
          </a:p>
          <a:p xmlns:a="http://schemas.openxmlformats.org/drawingml/2006/main">
            <a:r>
              <a:t>We have followed the complete RAG workflow: read a document, split it, create vectors, import them into a database, retrieve passages and generate an answer. The final step is checking whether the evidence supports the claim. For your own document, begin with one question you can verify and one question the document cannot answer. When a result is poor, first inspect the retrieved passages. That helps you decide whether to change extraction, chunking, retrieval or the answer instructions. What would you try with your own documents?</a:t>
            </a:r>
          </a:p>
          <a:p xmlns:a="http://schemas.openxmlformats.org/drawingml/2006/main">
            <a:r>
              <a:t/>
            </a:r>
          </a:p>
          <a:p xmlns:a="http://schemas.openxmlformats.org/drawingml/2006/main">
            <a:r>
              <a:t>DO</a:t>
            </a:r>
          </a:p>
          <a:p xmlns:a="http://schemas.openxmlformats.org/drawingml/2006/main">
            <a:r>
              <a:t>Invite questions and discussion. Ask participants to name one setting they would change and how they would judge the result. Keep commands and troubleshooting in the separate presenter guide.</a:t>
            </a:r>
          </a:p>
          <a:p xmlns:a="http://schemas.openxmlformats.org/drawingml/2006/main">
            <a:r>
              <a:t/>
            </a:r>
          </a:p>
          <a:p xmlns:a="http://schemas.openxmlformats.org/drawingml/2006/main">
            <a:r>
              <a:t>TRANSITION</a:t>
            </a:r>
          </a:p>
          <a:p xmlns:a="http://schemas.openxmlformats.org/drawingml/2006/main">
            <a:r>
              <a:t>End the session with the project and guide available to participants.</a:t>
            </a:r>
          </a:p>
          <a:p xmlns:a="http://schemas.openxmlformats.org/drawingml/2006/main">
            <a:r>
              <a:t/>
            </a:r>
          </a:p>
          <a:p xmlns:a="http://schemas.openxmlformats.org/drawingml/2006/main">
            <a:r>
              <a:t>SOURCES</a:t>
            </a:r>
          </a:p>
          <a:p xmlns:a="http://schemas.openxmlformats.org/drawingml/2006/main">
            <a:r>
              <a:t>Workshop learning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2814c8b8f74967" /><Relationship Type="http://schemas.openxmlformats.org/officeDocument/2006/relationships/image" Target="/ppt/media/image.png" Id="R2133ff31e7d1469e" /><Relationship Type="http://schemas.openxmlformats.org/officeDocument/2006/relationships/image" Target="/ppt/media/image2.png" Id="Ra9357b434cd040da" /><Relationship Type="http://schemas.openxmlformats.org/officeDocument/2006/relationships/image" Target="/ppt/media/image3.png" Id="R8815c3bc0fae49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5b31078d234d93" /><Relationship Type="http://schemas.openxmlformats.org/officeDocument/2006/relationships/image" Target="/ppt/media/image.png" Id="R41a464dc2c6a4424" /><Relationship Type="http://schemas.openxmlformats.org/officeDocument/2006/relationships/image" Target="/ppt/media/image2.png" Id="R6d5f7dc457a04e5f" /><Relationship Type="http://schemas.openxmlformats.org/officeDocument/2006/relationships/image" Target="/ppt/media/image4.png" Id="R60477c79ce794e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372f5e71644089" /><Relationship Type="http://schemas.openxmlformats.org/officeDocument/2006/relationships/image" Target="/ppt/media/image.png" Id="R3c7c67162073498d" /><Relationship Type="http://schemas.openxmlformats.org/officeDocument/2006/relationships/image" Target="/ppt/media/image2.png" Id="Rf9f46d6e4439439c" /><Relationship Type="http://schemas.openxmlformats.org/officeDocument/2006/relationships/image" Target="/ppt/media/image5.png" Id="Re5154dc3257341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7621b86767433b" /><Relationship Type="http://schemas.openxmlformats.org/officeDocument/2006/relationships/image" Target="/ppt/media/image.png" Id="R17106c9650a9465b" /><Relationship Type="http://schemas.openxmlformats.org/officeDocument/2006/relationships/image" Target="/ppt/media/image2.png" Id="R3381728174ce4b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649792b5c0430a" /><Relationship Type="http://schemas.openxmlformats.org/officeDocument/2006/relationships/image" Target="/ppt/media/image.png" Id="R0afa3fb0576a457b" /><Relationship Type="http://schemas.openxmlformats.org/officeDocument/2006/relationships/image" Target="/ppt/media/image2.png" Id="R5ebc239dfeb34176" /><Relationship Type="http://schemas.openxmlformats.org/officeDocument/2006/relationships/image" Target="/ppt/media/image5.png" Id="Ra6c0e0180a6849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08dbec29824fdd" /><Relationship Type="http://schemas.openxmlformats.org/officeDocument/2006/relationships/image" Target="/ppt/media/image.png" Id="R68b6157f81f94db5" /><Relationship Type="http://schemas.openxmlformats.org/officeDocument/2006/relationships/image" Target="/ppt/media/image2.png" Id="Rd93b0685ee144323" /><Relationship Type="http://schemas.openxmlformats.org/officeDocument/2006/relationships/image" Target="/ppt/media/image5.png" Id="R06cc4c2fb289416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129d02596648ce" /><Relationship Type="http://schemas.openxmlformats.org/officeDocument/2006/relationships/image" Target="/ppt/media/image.png" Id="Re227326a5990417f" /><Relationship Type="http://schemas.openxmlformats.org/officeDocument/2006/relationships/image" Target="/ppt/media/image2.png" Id="Rbf443d111056481f" /><Relationship Type="http://schemas.openxmlformats.org/officeDocument/2006/relationships/image" Target="/ppt/media/image6.png" Id="R0ac96e3f8a9744ff" /><Relationship Type="http://schemas.openxmlformats.org/officeDocument/2006/relationships/image" Target="/ppt/media/image7.png" Id="Rf0e38eee39fe4ee7" /><Relationship Type="http://schemas.openxmlformats.org/officeDocument/2006/relationships/image" Target="/ppt/media/image8.png" Id="Rf562237632e74f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5fb609148a94239" /><Relationship Type="http://schemas.openxmlformats.org/officeDocument/2006/relationships/image" Target="/ppt/media/image.png" Id="Rb30af2eebfe64081" /><Relationship Type="http://schemas.openxmlformats.org/officeDocument/2006/relationships/image" Target="/ppt/media/image2.png" Id="R6d03e707ce9e41a5" /><Relationship Type="http://schemas.openxmlformats.org/officeDocument/2006/relationships/image" Target="/ppt/media/image5.png" Id="Ra529da4b5fbe4ef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d8be1dbd2054f2c" /><Relationship Type="http://schemas.openxmlformats.org/officeDocument/2006/relationships/image" Target="/ppt/media/image.png" Id="R6245d35eac49404c" /><Relationship Type="http://schemas.openxmlformats.org/officeDocument/2006/relationships/image" Target="/ppt/media/image2.png" Id="R5c926e4670fc406c" /><Relationship Type="http://schemas.openxmlformats.org/officeDocument/2006/relationships/image" Target="/ppt/media/image9.png" Id="R2674433ed92c4c86" /><Relationship Type="http://schemas.openxmlformats.org/officeDocument/2006/relationships/image" Target="/ppt/media/image4.png" Id="R21bfa332089248f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bed11caffb4019" /><Relationship Type="http://schemas.openxmlformats.org/officeDocument/2006/relationships/image" Target="/ppt/media/image.png" Id="R7759734aeda64d3e" /><Relationship Type="http://schemas.openxmlformats.org/officeDocument/2006/relationships/image" Target="/ppt/media/image2.png" Id="Rd32dc22cb64743ba" /><Relationship Type="http://schemas.openxmlformats.org/officeDocument/2006/relationships/image" Target="/ppt/media/image10.png" Id="R1edc6fbd9f1b481c" /><Relationship Type="http://schemas.openxmlformats.org/officeDocument/2006/relationships/image" Target="/ppt/media/image5.png" Id="R9ab8e4e0073a45c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4a0c258c5014f72" /><Relationship Type="http://schemas.openxmlformats.org/officeDocument/2006/relationships/image" Target="/ppt/media/image.png" Id="Rd63f2868db5d4f71" /><Relationship Type="http://schemas.openxmlformats.org/officeDocument/2006/relationships/image" Target="/ppt/media/image2.png" Id="R898379a0977e40de" /><Relationship Type="http://schemas.openxmlformats.org/officeDocument/2006/relationships/image" Target="/ppt/media/image11.png" Id="R5c1b380083494e0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d74f62ab9084856" /><Relationship Type="http://schemas.openxmlformats.org/officeDocument/2006/relationships/image" Target="/ppt/media/image.png" Id="R3a931b90d7404db5" /><Relationship Type="http://schemas.openxmlformats.org/officeDocument/2006/relationships/image" Target="/ppt/media/image2.png" Id="R4d4f9bf7e0ba4d5a" /><Relationship Type="http://schemas.openxmlformats.org/officeDocument/2006/relationships/image" Target="/ppt/media/image11.png" Id="Re6d80ddce56f4b8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61ecde5135f41e2" /><Relationship Type="http://schemas.openxmlformats.org/officeDocument/2006/relationships/image" Target="/ppt/media/image.png" Id="R6778f774998f426e" /><Relationship Type="http://schemas.openxmlformats.org/officeDocument/2006/relationships/image" Target="/ppt/media/image2.png" Id="R927409c381394a81" /><Relationship Type="http://schemas.openxmlformats.org/officeDocument/2006/relationships/image" Target="/ppt/media/image12.png" Id="R16da5bf34fa54d0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e955d5a9be94958" /><Relationship Type="http://schemas.openxmlformats.org/officeDocument/2006/relationships/image" Target="/ppt/media/image.png" Id="Rbb1e30945f43412d" /><Relationship Type="http://schemas.openxmlformats.org/officeDocument/2006/relationships/image" Target="/ppt/media/image2.png" Id="Rb90aeea4bbd24f1d" /><Relationship Type="http://schemas.openxmlformats.org/officeDocument/2006/relationships/image" Target="/ppt/media/image9.png" Id="R58a2e486481640c0" /><Relationship Type="http://schemas.openxmlformats.org/officeDocument/2006/relationships/image" Target="/ppt/media/image4.png" Id="R67ec459fcf1b495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089aee7adf844bbf" /><Relationship Type="http://schemas.openxmlformats.org/officeDocument/2006/relationships/image" Target="/ppt/media/image.png" Id="R82a8c692ab454050" /><Relationship Type="http://schemas.openxmlformats.org/officeDocument/2006/relationships/image" Target="/ppt/media/image2.png" Id="Ra0b27ada39ba4bb8" /><Relationship Type="http://schemas.openxmlformats.org/officeDocument/2006/relationships/image" Target="/ppt/media/image9.png" Id="Ra1b175a21f9f4ab5" /><Relationship Type="http://schemas.openxmlformats.org/officeDocument/2006/relationships/image" Target="/ppt/media/image4.png" Id="R13db096eeacf43c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95696298e7a24fc3" /><Relationship Type="http://schemas.openxmlformats.org/officeDocument/2006/relationships/image" Target="/ppt/media/image.png" Id="R98d62e29110c482a" /><Relationship Type="http://schemas.openxmlformats.org/officeDocument/2006/relationships/image" Target="/ppt/media/image2.png" Id="Rd66bec1ee1a34948" /><Relationship Type="http://schemas.openxmlformats.org/officeDocument/2006/relationships/image" Target="/ppt/media/image9.png" Id="R36704cb105d346fd" /><Relationship Type="http://schemas.openxmlformats.org/officeDocument/2006/relationships/image" Target="/ppt/media/image4.png" Id="Rb83431dcaa4c499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d18e86044fca4ac9" /><Relationship Type="http://schemas.openxmlformats.org/officeDocument/2006/relationships/image" Target="/ppt/media/image.png" Id="Ra53a35123f7b4b46" /><Relationship Type="http://schemas.openxmlformats.org/officeDocument/2006/relationships/image" Target="/ppt/media/image2.png" Id="Rd68a7fd4a1dd4268" /><Relationship Type="http://schemas.openxmlformats.org/officeDocument/2006/relationships/image" Target="/ppt/media/image9.png" Id="R57623daaccd94c7d" /><Relationship Type="http://schemas.openxmlformats.org/officeDocument/2006/relationships/image" Target="/ppt/media/image4.png" Id="R27268431fd37402f" /></Relationships>
</file>

<file path=ppt/slideLayouts/slideLayout1.xml><?xml version="1.0" encoding="utf-8"?>
<p:sldLayout xmlns:p="http://schemas.openxmlformats.org/presentationml/2006/main" type="title" preserve="1">
  <p:cSld name="TITLE">
    <p:bg>
      <p:bgPr>
        <a:solidFill xmlns:a="http://schemas.openxmlformats.org/drawingml/2006/main">
          <a:srgbClr val="E3E4DC"/>
        </a:solidFill>
      </p:bgPr>
    </p:bg>
    <p:spTree>
      <p:nvGrpSpPr>
        <p:cNvPr id="1" name=""/>
        <p:cNvGrpSpPr/>
        <p:nvPr/>
      </p:nvGrpSpPr>
      <p:grpSpPr>
        <a:xfrm xmlns:a="http://schemas.openxmlformats.org/drawingml/2006/main"/>
      </p:grpSpPr>
      <p:pic>
        <p:nvPicPr>
          <p:cNvPr id="10" name="Google Shape;6;p1">
            <a:extLst xmlns:a="http://schemas.openxmlformats.org/drawingml/2006/main">
              <a:ext uri="{FF2B5EF4-FFF2-40B4-BE49-F238E27FC236}">
                <a16:creationId xmlns:a16="http://schemas.microsoft.com/office/drawing/2014/main" id="{60D9FD2E-3B28-47A9-A29C-465F91556D21}"/>
              </a:ext>
            </a:extLst>
          </p:cNvPr>
          <p:cNvPicPr>
            <a:picLocks xmlns:a="http://schemas.openxmlformats.org/drawingml/2006/main" noChangeAspect="1"/>
          </p:cNvPicPr>
          <p:nvPr/>
        </p:nvPicPr>
        <p:blipFill>
          <a:blip xmlns:r="http://schemas.openxmlformats.org/officeDocument/2006/relationships" xmlns:a="http://schemas.openxmlformats.org/drawingml/2006/main" r:embed="R2133ff31e7d1469e"/>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11" name="Google Shape;7;p1">
            <a:extLst xmlns:a="http://schemas.openxmlformats.org/drawingml/2006/main">
              <a:ext uri="{FF2B5EF4-FFF2-40B4-BE49-F238E27FC236}">
                <a16:creationId xmlns:a16="http://schemas.microsoft.com/office/drawing/2014/main" id="{91E1F63F-C825-452F-BF37-A60EC5F218F1}"/>
              </a:ext>
            </a:extLst>
          </p:cNvPr>
          <p:cNvPicPr>
            <a:picLocks xmlns:a="http://schemas.openxmlformats.org/drawingml/2006/main" noChangeAspect="1"/>
          </p:cNvPicPr>
          <p:nvPr/>
        </p:nvPicPr>
        <p:blipFill>
          <a:blip xmlns:r="http://schemas.openxmlformats.org/officeDocument/2006/relationships" xmlns:a="http://schemas.openxmlformats.org/drawingml/2006/main" r:embed="Ra9357b434cd040da"/>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
        <p:nvSpPr>
          <p:cNvPr id="4" name="PlaceHolder 1">
            <a:extLst xmlns:a="http://schemas.openxmlformats.org/drawingml/2006/main">
              <a:ext uri="{FF2B5EF4-FFF2-40B4-BE49-F238E27FC236}">
                <a16:creationId xmlns:a16="http://schemas.microsoft.com/office/drawing/2014/main" id="{DED2ACB5-6FFB-4DAE-A1CB-29C77C2EE088}"/>
              </a:ext>
            </a:extLst>
          </p:cNvPr>
          <p:cNvSpPr>
            <a:spLocks xmlns:a="http://schemas.openxmlformats.org/drawingml/2006/main" noGrp="1"/>
          </p:cNvSpPr>
          <p:nvPr>
            <p:ph type="title" idx="0"/>
          </p:nvPr>
        </p:nvSpPr>
        <p:spPr>
          <a:xfrm xmlns:a="http://schemas.openxmlformats.org/drawingml/2006/main">
            <a:off x="150840" y="150840"/>
            <a:ext cx="6129000" cy="61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91440" rIns="91440" bIns="91440" anchor="t">
            <a:spAutoFit/>
          </a:bodyPr>
          <a:lstStyle xmlns:a="http://schemas.openxmlformats.org/drawingml/2006/main">
            <a:lvl1pPr indent="0" algn="l">
              <a:lnSpc>
                <a:spcPct val="100000"/>
              </a:lnSpc>
              <a:buNone/>
              <a:tabLst>
                <a:tab pos="0" algn="l"/>
              </a:tabLst>
              <a:defRPr sz="2800" b="0" u="none">
                <a:solidFill>
                  <a:srgbClr val="203C36"/>
                </a:solidFill>
                <a:latin typeface="Roboto Mono Light"/>
                <a:ea typeface="Roboto Mono Light"/>
                <a:cs typeface="Roboto Mono Light"/>
              </a:defRPr>
            </a:lvl1pPr>
          </a:lstStyle>
          <a:p xmlns:a="http://schemas.openxmlformats.org/drawingml/2006/main">
            <a:pPr indent="0" algn="l">
              <a:lnSpc>
                <a:spcPct val="100000"/>
              </a:lnSpc>
              <a:buNone/>
              <a:tabLst>
                <a:tab pos="0" algn="l"/>
              </a:tabLst>
            </a:pPr>
            <a:r>
              <a:rPr sz="2800" b="0" u="none">
                <a:solidFill>
                  <a:srgbClr val="203C36"/>
                </a:solidFill>
                <a:latin typeface="Roboto Mono Light"/>
                <a:ea typeface="Roboto Mono Light"/>
                <a:cs typeface="Roboto Mono Light"/>
              </a:rPr>
              <a:t>Click to add title</a:t>
            </a:r>
            <a:endParaRPr sz="2800" b="0" u="none">
              <a:solidFill>
                <a:srgbClr val="203C36"/>
              </a:solidFill>
              <a:latin typeface="Roboto Mono Light"/>
              <a:ea typeface="Roboto Mono Light"/>
              <a:cs typeface="Roboto Mono Light"/>
            </a:endParaRPr>
          </a:p>
        </p:txBody>
      </p:sp>
      <p:pic>
        <p:nvPicPr>
          <p:cNvPr id="13" name="Google Shape;10;p2">
            <a:extLst xmlns:a="http://schemas.openxmlformats.org/drawingml/2006/main">
              <a:ext uri="{FF2B5EF4-FFF2-40B4-BE49-F238E27FC236}">
                <a16:creationId xmlns:a16="http://schemas.microsoft.com/office/drawing/2014/main" id="{6A66C1EE-6C63-4130-98BB-738CCC8D9F8D}"/>
              </a:ext>
            </a:extLst>
          </p:cNvPr>
          <p:cNvPicPr>
            <a:picLocks xmlns:a="http://schemas.openxmlformats.org/drawingml/2006/main" noChangeAspect="1"/>
          </p:cNvPicPr>
          <p:nvPr/>
        </p:nvPicPr>
        <p:blipFill>
          <a:blip xmlns:r="http://schemas.openxmlformats.org/officeDocument/2006/relationships" xmlns:a="http://schemas.openxmlformats.org/drawingml/2006/main" r:embed="R8815c3bc0fae49d9"/>
          <a:stretch xmlns:a="http://schemas.openxmlformats.org/drawingml/2006/main"/>
        </p:blipFill>
        <p:spPr>
          <a:xfrm xmlns:a="http://schemas.openxmlformats.org/drawingml/2006/main">
            <a:off x="4015440" y="0"/>
            <a:ext cx="5204160" cy="5142600"/>
          </a:xfrm>
          <a:prstGeom xmlns:a="http://schemas.openxmlformats.org/drawingml/2006/main" prst="rect">
            <a:avLst/>
          </a:prstGeom>
          <a:ln xmlns:a="http://schemas.openxmlformats.org/drawingml/2006/main" w="0">
            <a:noFill/>
          </a:ln>
        </p:spPr>
      </p:pic>
      <p:sp>
        <p:nvSpPr>
          <p:cNvPr id="6" name="PlaceHolder 2">
            <a:extLst xmlns:a="http://schemas.openxmlformats.org/drawingml/2006/main">
              <a:ext uri="{FF2B5EF4-FFF2-40B4-BE49-F238E27FC236}">
                <a16:creationId xmlns:a16="http://schemas.microsoft.com/office/drawing/2014/main" id="{235BA1E4-3381-4503-B983-F1B3EEABC848}"/>
              </a:ext>
            </a:extLst>
          </p:cNvPr>
          <p:cNvSpPr>
            <a:spLocks xmlns:a="http://schemas.openxmlformats.org/drawingml/2006/main" noGrp="1"/>
          </p:cNvSpPr>
          <p:nvPr>
            <p:ph type="body" idx="0"/>
          </p:nvPr>
        </p:nvSpPr>
        <p:spPr>
          <a:xfrm xmlns:a="http://schemas.openxmlformats.org/drawingml/2006/main">
            <a:off x="150840" y="4616280"/>
            <a:ext cx="3821040" cy="38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91440" rIns="91440" bIns="91440" anchor="t">
            <a:noAutofit/>
          </a:bodyPr>
          <a:lstStyle xmlns:a="http://schemas.openxmlformats.org/drawingml/2006/main">
            <a:lvl1pPr algn="l">
              <a:lnSpc>
                <a:spcPct val="100000"/>
              </a:lnSpc>
              <a:spcBef>
                <a:spcPts val="1417"/>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lnSpc>
                <a:spcPct val="100000"/>
              </a:lnSpc>
              <a:spcBef>
                <a:spcPts val="1134"/>
              </a:spcBef>
              <a:buClr>
                <a:srgbClr val="203C36"/>
              </a:buClr>
              <a:buFont typeface="Roboto Mono Light"/>
              <a:buChar char="●"/>
              <a:defRPr sz="1600" b="0" u="none">
                <a:solidFill>
                  <a:srgbClr val="203C36"/>
                </a:solidFill>
                <a:latin typeface="Roboto Mono Light"/>
                <a:ea typeface="Roboto Mono Light"/>
                <a:cs typeface="Roboto Mono Light"/>
              </a:defRPr>
            </a:lvl2pPr>
            <a:lvl3pPr algn="l">
              <a:lnSpc>
                <a:spcPct val="100000"/>
              </a:lnSpc>
              <a:spcBef>
                <a:spcPts val="850"/>
              </a:spcBef>
              <a:buClr>
                <a:srgbClr val="203C36"/>
              </a:buClr>
              <a:buFont typeface="Roboto Mono Light"/>
              <a:buChar char="●"/>
              <a:defRPr sz="1400" b="0" u="none">
                <a:solidFill>
                  <a:srgbClr val="203C36"/>
                </a:solidFill>
                <a:latin typeface="Roboto Mono Light"/>
                <a:ea typeface="Roboto Mono Light"/>
                <a:cs typeface="Roboto Mono Light"/>
              </a:defRPr>
            </a:lvl3pPr>
            <a:lvl4pPr algn="l">
              <a:lnSpc>
                <a:spcPct val="100000"/>
              </a:lnSpc>
              <a:spcBef>
                <a:spcPts val="567"/>
              </a:spcBef>
              <a:buClr>
                <a:srgbClr val="203C36"/>
              </a:buClr>
              <a:buFont typeface="Roboto Mono Light"/>
              <a:buChar char="●"/>
              <a:defRPr sz="1400" b="0" u="none">
                <a:solidFill>
                  <a:srgbClr val="203C36"/>
                </a:solidFill>
                <a:latin typeface="Roboto Mono Light"/>
                <a:ea typeface="Roboto Mono Light"/>
                <a:cs typeface="Roboto Mono Light"/>
              </a:defRPr>
            </a:lvl4pPr>
            <a:lvl5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5pPr>
            <a:lvl6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6pPr>
            <a:lvl7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7pPr>
          </a:lstStyle>
          <a:p xmlns:a="http://schemas.openxmlformats.org/drawingml/2006/main">
            <a:pPr marL="457200" indent="-343080" algn="l">
              <a:lnSpc>
                <a:spcPct val="100000"/>
              </a:lnSpc>
              <a:spcBef>
                <a:spcPts val="1417"/>
              </a:spcBef>
              <a:buClr>
                <a:srgbClr val="203C36"/>
              </a:buClr>
              <a:buFont typeface="Roboto Mono Light"/>
              <a:buChar char="●"/>
            </a:pPr>
            <a:r>
              <a:rPr sz="1800" b="0" u="none">
                <a:solidFill>
                  <a:srgbClr val="203C36"/>
                </a:solidFill>
                <a:latin typeface="Roboto Mono Light"/>
                <a:ea typeface="Roboto Mono Light"/>
                <a:cs typeface="Roboto Mono Light"/>
              </a:rPr>
              <a:t>Click to add text</a:t>
            </a:r>
            <a:endParaRPr sz="1800" b="0" u="none">
              <a:solidFill>
                <a:srgbClr val="203C36"/>
              </a:solidFill>
              <a:latin typeface="Roboto Mono Light"/>
              <a:ea typeface="Roboto Mono Light"/>
              <a:cs typeface="Roboto Mono Light"/>
            </a:endParaRPr>
          </a:p>
          <a:p xmlns:a="http://schemas.openxmlformats.org/drawingml/2006/main">
            <a:pPr marL="914400" lvl="1" indent="-343080" algn="l">
              <a:lnSpc>
                <a:spcPct val="100000"/>
              </a:lnSpc>
              <a:spcBef>
                <a:spcPts val="1134"/>
              </a:spcBef>
              <a:buClr>
                <a:srgbClr val="203C36"/>
              </a:buClr>
              <a:buFont typeface="Roboto Mono Light"/>
              <a:buChar char="●"/>
            </a:pPr>
            <a:r>
              <a:rPr sz="1600" b="0" u="none">
                <a:solidFill>
                  <a:srgbClr val="203C36"/>
                </a:solidFill>
                <a:latin typeface="Roboto Mono Light"/>
                <a:ea typeface="Roboto Mono Light"/>
                <a:cs typeface="Roboto Mono Light"/>
              </a:rPr>
              <a:t>Second Outline Level</a:t>
            </a:r>
            <a:endParaRPr sz="1600" b="0" u="none">
              <a:solidFill>
                <a:srgbClr val="203C36"/>
              </a:solidFill>
              <a:latin typeface="Roboto Mono Light"/>
              <a:ea typeface="Roboto Mono Light"/>
              <a:cs typeface="Roboto Mono Light"/>
            </a:endParaRPr>
          </a:p>
          <a:p xmlns:a="http://schemas.openxmlformats.org/drawingml/2006/main">
            <a:pPr marL="1371600" lvl="2" indent="-343080" algn="l">
              <a:lnSpc>
                <a:spcPct val="100000"/>
              </a:lnSpc>
              <a:spcBef>
                <a:spcPts val="850"/>
              </a:spcBef>
              <a:buClr>
                <a:srgbClr val="203C36"/>
              </a:buClr>
              <a:buFont typeface="Roboto Mono Light"/>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828800" lvl="3" indent="-343080" algn="l">
              <a:lnSpc>
                <a:spcPct val="100000"/>
              </a:lnSpc>
              <a:spcBef>
                <a:spcPts val="567"/>
              </a:spcBef>
              <a:buClr>
                <a:srgbClr val="203C36"/>
              </a:buClr>
              <a:buFont typeface="Roboto Mono Light"/>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286000" lvl="4" indent="-34308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Fifth Outline Level</a:t>
            </a:r>
            <a:endParaRPr sz="1400" b="0" u="none">
              <a:solidFill>
                <a:srgbClr val="203C36"/>
              </a:solidFill>
              <a:latin typeface="Roboto Mono Light"/>
              <a:ea typeface="Roboto Mono Light"/>
              <a:cs typeface="Roboto Mono Light"/>
            </a:endParaRPr>
          </a:p>
          <a:p xmlns:a="http://schemas.openxmlformats.org/drawingml/2006/main">
            <a:pPr marL="2743200" lvl="5" indent="-34308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Sixth Outline Level</a:t>
            </a:r>
            <a:endParaRPr sz="1400" b="0" u="none">
              <a:solidFill>
                <a:srgbClr val="203C36"/>
              </a:solidFill>
              <a:latin typeface="Roboto Mono Light"/>
              <a:ea typeface="Roboto Mono Light"/>
              <a:cs typeface="Roboto Mono Light"/>
            </a:endParaRPr>
          </a:p>
          <a:p xmlns:a="http://schemas.openxmlformats.org/drawingml/2006/main">
            <a:pPr marL="3200400" lvl="6" indent="-34308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Seventh Outline Level</a:t>
            </a:r>
            <a:endParaRPr sz="1400" b="0" u="none">
              <a:solidFill>
                <a:srgbClr val="203C36"/>
              </a:solidFill>
              <a:latin typeface="Roboto Mono Light"/>
              <a:ea typeface="Roboto Mono Light"/>
              <a:cs typeface="Roboto Mono Light"/>
            </a:endParaRPr>
          </a:p>
        </p:txBody>
      </p:sp>
    </p:spTree>
  </p:cSld>
</p:sldLayout>
</file>

<file path=ppt/slideLayouts/slideLayout2.xml><?xml version="1.0" encoding="utf-8"?>
<p:sldLayout xmlns:p="http://schemas.openxmlformats.org/presentationml/2006/main" type="blank" preserve="1">
  <p:cSld name="CUSTOM">
    <p:bg>
      <p:bgPr>
        <a:solidFill xmlns:a="http://schemas.openxmlformats.org/drawingml/2006/main">
          <a:srgbClr val="E3E4DC"/>
        </a:solidFill>
      </p:bgPr>
    </p:bg>
    <p:spTree>
      <p:nvGrpSpPr>
        <p:cNvPr id="1" name=""/>
        <p:cNvGrpSpPr/>
        <p:nvPr/>
      </p:nvGrpSpPr>
      <p:grpSpPr>
        <a:xfrm xmlns:a="http://schemas.openxmlformats.org/drawingml/2006/main"/>
      </p:grpSpPr>
      <p:pic>
        <p:nvPicPr>
          <p:cNvPr id="4" name="Google Shape;6;p1">
            <a:extLst xmlns:a="http://schemas.openxmlformats.org/drawingml/2006/main">
              <a:ext uri="{FF2B5EF4-FFF2-40B4-BE49-F238E27FC236}">
                <a16:creationId xmlns:a16="http://schemas.microsoft.com/office/drawing/2014/main" id="{8659509B-DCC5-44E0-9507-992005C2F289}"/>
              </a:ext>
            </a:extLst>
          </p:cNvPr>
          <p:cNvPicPr>
            <a:picLocks xmlns:a="http://schemas.openxmlformats.org/drawingml/2006/main" noChangeAspect="1"/>
          </p:cNvPicPr>
          <p:nvPr/>
        </p:nvPicPr>
        <p:blipFill>
          <a:blip xmlns:r="http://schemas.openxmlformats.org/officeDocument/2006/relationships" xmlns:a="http://schemas.openxmlformats.org/drawingml/2006/main" r:embed="R41a464dc2c6a4424"/>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5" name="Google Shape;7;p1">
            <a:extLst xmlns:a="http://schemas.openxmlformats.org/drawingml/2006/main">
              <a:ext uri="{FF2B5EF4-FFF2-40B4-BE49-F238E27FC236}">
                <a16:creationId xmlns:a16="http://schemas.microsoft.com/office/drawing/2014/main" id="{3FB16A81-DA04-4455-8B89-1B02C827441F}"/>
              </a:ext>
            </a:extLst>
          </p:cNvPr>
          <p:cNvPicPr>
            <a:picLocks xmlns:a="http://schemas.openxmlformats.org/drawingml/2006/main" noChangeAspect="1"/>
          </p:cNvPicPr>
          <p:nvPr/>
        </p:nvPicPr>
        <p:blipFill>
          <a:blip xmlns:r="http://schemas.openxmlformats.org/officeDocument/2006/relationships" xmlns:a="http://schemas.openxmlformats.org/drawingml/2006/main" r:embed="R6d5f7dc457a04e5f"/>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 name="Google Shape;14;p3">
            <a:extLst xmlns:a="http://schemas.openxmlformats.org/drawingml/2006/main">
              <a:ext uri="{FF2B5EF4-FFF2-40B4-BE49-F238E27FC236}">
                <a16:creationId xmlns:a16="http://schemas.microsoft.com/office/drawing/2014/main" id="{86883B39-3524-4C1A-BD81-8A59D1FA6741}"/>
              </a:ext>
            </a:extLst>
          </p:cNvPr>
          <p:cNvPicPr>
            <a:picLocks xmlns:a="http://schemas.openxmlformats.org/drawingml/2006/main" noChangeAspect="1"/>
          </p:cNvPicPr>
          <p:nvPr/>
        </p:nvPicPr>
        <p:blipFill>
          <a:blip xmlns:r="http://schemas.openxmlformats.org/officeDocument/2006/relationships" xmlns:a="http://schemas.openxmlformats.org/drawingml/2006/main" r:embed="R60477c79ce794e2b"/>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CUSTOM_1">
    <p:bg>
      <p:bgPr>
        <a:solidFill xmlns:a="http://schemas.openxmlformats.org/drawingml/2006/main">
          <a:srgbClr val="E3E4DC"/>
        </a:solidFill>
      </p:bgPr>
    </p:bg>
    <p:spTree>
      <p:nvGrpSpPr>
        <p:cNvPr id="1" name=""/>
        <p:cNvGrpSpPr/>
        <p:nvPr/>
      </p:nvGrpSpPr>
      <p:grpSpPr>
        <a:xfrm xmlns:a="http://schemas.openxmlformats.org/drawingml/2006/main"/>
      </p:grpSpPr>
      <p:pic>
        <p:nvPicPr>
          <p:cNvPr id="4" name="Google Shape;6;p1">
            <a:extLst xmlns:a="http://schemas.openxmlformats.org/drawingml/2006/main">
              <a:ext uri="{FF2B5EF4-FFF2-40B4-BE49-F238E27FC236}">
                <a16:creationId xmlns:a16="http://schemas.microsoft.com/office/drawing/2014/main" id="{A5080150-A865-41B0-A76E-DFB2F8B1B390}"/>
              </a:ext>
            </a:extLst>
          </p:cNvPr>
          <p:cNvPicPr>
            <a:picLocks xmlns:a="http://schemas.openxmlformats.org/drawingml/2006/main" noChangeAspect="1"/>
          </p:cNvPicPr>
          <p:nvPr/>
        </p:nvPicPr>
        <p:blipFill>
          <a:blip xmlns:r="http://schemas.openxmlformats.org/officeDocument/2006/relationships" xmlns:a="http://schemas.openxmlformats.org/drawingml/2006/main" r:embed="R3c7c67162073498d"/>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5" name="Google Shape;7;p1">
            <a:extLst xmlns:a="http://schemas.openxmlformats.org/drawingml/2006/main">
              <a:ext uri="{FF2B5EF4-FFF2-40B4-BE49-F238E27FC236}">
                <a16:creationId xmlns:a16="http://schemas.microsoft.com/office/drawing/2014/main" id="{C3B0D3E7-CB32-491F-A550-7D55FE283F46}"/>
              </a:ext>
            </a:extLst>
          </p:cNvPr>
          <p:cNvPicPr>
            <a:picLocks xmlns:a="http://schemas.openxmlformats.org/drawingml/2006/main" noChangeAspect="1"/>
          </p:cNvPicPr>
          <p:nvPr/>
        </p:nvPicPr>
        <p:blipFill>
          <a:blip xmlns:r="http://schemas.openxmlformats.org/officeDocument/2006/relationships" xmlns:a="http://schemas.openxmlformats.org/drawingml/2006/main" r:embed="Rf9f46d6e4439439c"/>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 name="Google Shape;16;p4">
            <a:extLst xmlns:a="http://schemas.openxmlformats.org/drawingml/2006/main">
              <a:ext uri="{FF2B5EF4-FFF2-40B4-BE49-F238E27FC236}">
                <a16:creationId xmlns:a16="http://schemas.microsoft.com/office/drawing/2014/main" id="{9919B90D-2347-469A-8F7E-F8EAE2C49F26}"/>
              </a:ext>
            </a:extLst>
          </p:cNvPr>
          <p:cNvPicPr>
            <a:picLocks xmlns:a="http://schemas.openxmlformats.org/drawingml/2006/main" noChangeAspect="1"/>
          </p:cNvPicPr>
          <p:nvPr/>
        </p:nvPicPr>
        <p:blipFill>
          <a:blip xmlns:r="http://schemas.openxmlformats.org/officeDocument/2006/relationships" xmlns:a="http://schemas.openxmlformats.org/drawingml/2006/main" r:embed="Re5154dc32573416e"/>
          <a:srcRect xmlns:a="http://schemas.openxmlformats.org/drawingml/2006/main" l="0" t="0" r="0" b="17006"/>
          <a:stretch xmlns:a="http://schemas.openxmlformats.org/drawingml/2006/main"/>
        </p:blipFill>
        <p:spPr>
          <a:xfrm xmlns:a="http://schemas.openxmlformats.org/drawingml/2006/main">
            <a:off x="8499600" y="4852080"/>
            <a:ext cx="529200" cy="184680"/>
          </a:xfrm>
          <a:prstGeom xmlns:a="http://schemas.openxmlformats.org/drawingml/2006/main" prst="rect">
            <a:avLst/>
          </a:prstGeom>
          <a:ln xmlns:a="http://schemas.openxmlformats.org/drawingml/2006/main" w="0">
            <a:noFill/>
          </a:ln>
        </p:spPr>
      </p:pic>
    </p:spTree>
  </p:cSld>
</p:sldLayout>
</file>

<file path=ppt/slideLayouts/slideLayout4.xml><?xml version="1.0" encoding="utf-8"?>
<p:sldLayout xmlns:p="http://schemas.openxmlformats.org/presentationml/2006/main" type="blank" preserve="1">
  <p:cSld name="CUSTOM_2">
    <p:bg>
      <p:bgPr>
        <a:solidFill xmlns:a="http://schemas.openxmlformats.org/drawingml/2006/main">
          <a:srgbClr val="E3E4DC"/>
        </a:solidFill>
      </p:bgPr>
    </p:bg>
    <p:spTree>
      <p:nvGrpSpPr>
        <p:cNvPr id="1" name=""/>
        <p:cNvGrpSpPr/>
        <p:nvPr/>
      </p:nvGrpSpPr>
      <p:grpSpPr>
        <a:xfrm xmlns:a="http://schemas.openxmlformats.org/drawingml/2006/main"/>
      </p:grpSpPr>
      <p:pic>
        <p:nvPicPr>
          <p:cNvPr id="3" name="Google Shape;6;p1">
            <a:extLst xmlns:a="http://schemas.openxmlformats.org/drawingml/2006/main">
              <a:ext uri="{FF2B5EF4-FFF2-40B4-BE49-F238E27FC236}">
                <a16:creationId xmlns:a16="http://schemas.microsoft.com/office/drawing/2014/main" id="{CC9B419E-8F76-45FD-B5DD-D80571BB6E5E}"/>
              </a:ext>
            </a:extLst>
          </p:cNvPr>
          <p:cNvPicPr>
            <a:picLocks xmlns:a="http://schemas.openxmlformats.org/drawingml/2006/main" noChangeAspect="1"/>
          </p:cNvPicPr>
          <p:nvPr/>
        </p:nvPicPr>
        <p:blipFill>
          <a:blip xmlns:r="http://schemas.openxmlformats.org/officeDocument/2006/relationships" xmlns:a="http://schemas.openxmlformats.org/drawingml/2006/main" r:embed="R17106c9650a9465b"/>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4" name="Google Shape;7;p1">
            <a:extLst xmlns:a="http://schemas.openxmlformats.org/drawingml/2006/main">
              <a:ext uri="{FF2B5EF4-FFF2-40B4-BE49-F238E27FC236}">
                <a16:creationId xmlns:a16="http://schemas.microsoft.com/office/drawing/2014/main" id="{C1837FE7-9E57-433E-8994-923632D82EC6}"/>
              </a:ext>
            </a:extLst>
          </p:cNvPr>
          <p:cNvPicPr>
            <a:picLocks xmlns:a="http://schemas.openxmlformats.org/drawingml/2006/main" noChangeAspect="1"/>
          </p:cNvPicPr>
          <p:nvPr/>
        </p:nvPicPr>
        <p:blipFill>
          <a:blip xmlns:r="http://schemas.openxmlformats.org/officeDocument/2006/relationships" xmlns:a="http://schemas.openxmlformats.org/drawingml/2006/main" r:embed="R3381728174ce4be7"/>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blank" preserve="1">
  <p:cSld name="TITLE_1_1">
    <p:bg>
      <p:bgPr>
        <a:solidFill xmlns:a="http://schemas.openxmlformats.org/drawingml/2006/main">
          <a:srgbClr val="E3E4DC"/>
        </a:solidFill>
      </p:bgPr>
    </p:bg>
    <p:spTree>
      <p:nvGrpSpPr>
        <p:cNvPr id="1" name=""/>
        <p:cNvGrpSpPr/>
        <p:nvPr/>
      </p:nvGrpSpPr>
      <p:grpSpPr>
        <a:xfrm xmlns:a="http://schemas.openxmlformats.org/drawingml/2006/main"/>
      </p:grpSpPr>
      <p:pic>
        <p:nvPicPr>
          <p:cNvPr id="24" name="Google Shape;6;p1">
            <a:extLst xmlns:a="http://schemas.openxmlformats.org/drawingml/2006/main">
              <a:ext uri="{FF2B5EF4-FFF2-40B4-BE49-F238E27FC236}">
                <a16:creationId xmlns:a16="http://schemas.microsoft.com/office/drawing/2014/main" id="{D6CBFE44-E8F4-4600-9F9A-FEE31ABAE00B}"/>
              </a:ext>
            </a:extLst>
          </p:cNvPr>
          <p:cNvPicPr>
            <a:picLocks xmlns:a="http://schemas.openxmlformats.org/drawingml/2006/main" noChangeAspect="1"/>
          </p:cNvPicPr>
          <p:nvPr/>
        </p:nvPicPr>
        <p:blipFill>
          <a:blip xmlns:r="http://schemas.openxmlformats.org/officeDocument/2006/relationships" xmlns:a="http://schemas.openxmlformats.org/drawingml/2006/main" r:embed="R0afa3fb0576a457b"/>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25" name="Google Shape;7;p1">
            <a:extLst xmlns:a="http://schemas.openxmlformats.org/drawingml/2006/main">
              <a:ext uri="{FF2B5EF4-FFF2-40B4-BE49-F238E27FC236}">
                <a16:creationId xmlns:a16="http://schemas.microsoft.com/office/drawing/2014/main" id="{44C15852-E6CC-4D91-8564-3A91F82469B6}"/>
              </a:ext>
            </a:extLst>
          </p:cNvPr>
          <p:cNvPicPr>
            <a:picLocks xmlns:a="http://schemas.openxmlformats.org/drawingml/2006/main" noChangeAspect="1"/>
          </p:cNvPicPr>
          <p:nvPr/>
        </p:nvPicPr>
        <p:blipFill>
          <a:blip xmlns:r="http://schemas.openxmlformats.org/officeDocument/2006/relationships" xmlns:a="http://schemas.openxmlformats.org/drawingml/2006/main" r:embed="R5ebc239dfeb34176"/>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
        <p:nvSpPr>
          <p:cNvPr id="18" name="Google Shape;20;p6">
            <a:extLst xmlns:a="http://schemas.openxmlformats.org/drawingml/2006/main">
              <a:ext uri="{FF2B5EF4-FFF2-40B4-BE49-F238E27FC236}">
                <a16:creationId xmlns:a16="http://schemas.microsoft.com/office/drawing/2014/main" id="{D8ED8CC3-A57F-4C1D-B25F-673BB7DAD0E5}"/>
              </a:ext>
            </a:extLst>
          </p:cNvPr>
          <p:cNvSpPr>
            <a:spLocks xmlns:a="http://schemas.openxmlformats.org/drawingml/2006/main" noGrp="1"/>
          </p:cNvSpPr>
          <p:nvPr/>
        </p:nvSpPr>
        <p:spPr>
          <a:xfrm xmlns:a="http://schemas.openxmlformats.org/drawingml/2006/main" rot="0" flipH="0" flipV="0">
            <a:off x="0" y="0"/>
            <a:ext cx="3066840" cy="105480"/>
          </a:xfrm>
          <a:prstGeom xmlns:a="http://schemas.openxmlformats.org/drawingml/2006/main" prst="rect">
            <a:avLst/>
          </a:prstGeom>
          <a:solidFill xmlns:a="http://schemas.openxmlformats.org/drawingml/2006/main">
            <a:schemeClr val="accent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FFFFFF"/>
              </a:solidFill>
              <a:latin typeface="Roboto Mono Light"/>
              <a:ea typeface="Roboto Mono Light"/>
              <a:cs typeface="Roboto Mono Light"/>
            </a:endParaRPr>
          </a:p>
        </p:txBody>
      </p:sp>
      <p:sp>
        <p:nvSpPr>
          <p:cNvPr id="19" name="Google Shape;21;p6">
            <a:extLst xmlns:a="http://schemas.openxmlformats.org/drawingml/2006/main">
              <a:ext uri="{FF2B5EF4-FFF2-40B4-BE49-F238E27FC236}">
                <a16:creationId xmlns:a16="http://schemas.microsoft.com/office/drawing/2014/main" id="{D48DBC56-1674-4A86-9518-D646F762B015}"/>
              </a:ext>
            </a:extLst>
          </p:cNvPr>
          <p:cNvSpPr>
            <a:spLocks xmlns:a="http://schemas.openxmlformats.org/drawingml/2006/main" noGrp="1"/>
          </p:cNvSpPr>
          <p:nvPr/>
        </p:nvSpPr>
        <p:spPr>
          <a:xfrm xmlns:a="http://schemas.openxmlformats.org/drawingml/2006/main" rot="0" flipH="0" flipV="0">
            <a:off x="6076440" y="0"/>
            <a:ext cx="3066840" cy="105480"/>
          </a:xfrm>
          <a:prstGeom xmlns:a="http://schemas.openxmlformats.org/drawingml/2006/main" prst="rect">
            <a:avLst/>
          </a:prstGeom>
          <a:solidFill xmlns:a="http://schemas.openxmlformats.org/drawingml/2006/main">
            <a:schemeClr val="accent3"/>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000000"/>
              </a:solidFill>
              <a:latin typeface="Roboto Mono Light"/>
              <a:ea typeface="Roboto Mono Light"/>
              <a:cs typeface="Roboto Mono Light"/>
            </a:endParaRPr>
          </a:p>
        </p:txBody>
      </p:sp>
      <p:sp>
        <p:nvSpPr>
          <p:cNvPr id="20" name="Google Shape;22;p6">
            <a:extLst xmlns:a="http://schemas.openxmlformats.org/drawingml/2006/main">
              <a:ext uri="{FF2B5EF4-FFF2-40B4-BE49-F238E27FC236}">
                <a16:creationId xmlns:a16="http://schemas.microsoft.com/office/drawing/2014/main" id="{4512BE60-C5C5-4C2E-997C-EE62EA7690FC}"/>
              </a:ext>
            </a:extLst>
          </p:cNvPr>
          <p:cNvSpPr>
            <a:spLocks xmlns:a="http://schemas.openxmlformats.org/drawingml/2006/main" noGrp="1"/>
          </p:cNvSpPr>
          <p:nvPr/>
        </p:nvSpPr>
        <p:spPr>
          <a:xfrm xmlns:a="http://schemas.openxmlformats.org/drawingml/2006/main" rot="0" flipH="0" flipV="0">
            <a:off x="3038400" y="0"/>
            <a:ext cx="3066840" cy="105480"/>
          </a:xfrm>
          <a:prstGeom xmlns:a="http://schemas.openxmlformats.org/drawingml/2006/main" prst="rect">
            <a:avLst/>
          </a:prstGeom>
          <a:solidFill xmlns:a="http://schemas.openxmlformats.org/drawingml/2006/main">
            <a:schemeClr val="accent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FFFFFF"/>
              </a:solidFill>
              <a:latin typeface="Roboto Mono Light"/>
              <a:ea typeface="Roboto Mono Light"/>
              <a:cs typeface="Roboto Mono Light"/>
            </a:endParaRPr>
          </a:p>
        </p:txBody>
      </p:sp>
      <p:pic>
        <p:nvPicPr>
          <p:cNvPr id="29" name="Google Shape;23;p6">
            <a:extLst xmlns:a="http://schemas.openxmlformats.org/drawingml/2006/main">
              <a:ext uri="{FF2B5EF4-FFF2-40B4-BE49-F238E27FC236}">
                <a16:creationId xmlns:a16="http://schemas.microsoft.com/office/drawing/2014/main" id="{A81C6604-BD8E-408D-BBD6-F4AAFDD542A6}"/>
              </a:ext>
            </a:extLst>
          </p:cNvPr>
          <p:cNvPicPr>
            <a:picLocks xmlns:a="http://schemas.openxmlformats.org/drawingml/2006/main" noChangeAspect="1"/>
          </p:cNvPicPr>
          <p:nvPr/>
        </p:nvPicPr>
        <p:blipFill>
          <a:blip xmlns:r="http://schemas.openxmlformats.org/officeDocument/2006/relationships" xmlns:a="http://schemas.openxmlformats.org/drawingml/2006/main" r:embed="Ra6c0e0180a6849e7"/>
          <a:srcRect xmlns:a="http://schemas.openxmlformats.org/drawingml/2006/main" l="0" t="0" r="0" b="17006"/>
          <a:stretch xmlns:a="http://schemas.openxmlformats.org/drawingml/2006/main"/>
        </p:blipFill>
        <p:spPr>
          <a:xfrm xmlns:a="http://schemas.openxmlformats.org/drawingml/2006/main">
            <a:off x="8499600" y="4852080"/>
            <a:ext cx="529200" cy="18468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TITLE_1_2">
    <p:bg>
      <p:bgPr>
        <a:solidFill xmlns:a="http://schemas.openxmlformats.org/drawingml/2006/main">
          <a:srgbClr val="E3E4DC"/>
        </a:solidFill>
      </p:bgPr>
    </p:bg>
    <p:spTree>
      <p:nvGrpSpPr>
        <p:cNvPr id="1" name=""/>
        <p:cNvGrpSpPr/>
        <p:nvPr/>
      </p:nvGrpSpPr>
      <p:grpSpPr>
        <a:xfrm xmlns:a="http://schemas.openxmlformats.org/drawingml/2006/main"/>
      </p:grpSpPr>
      <p:pic>
        <p:nvPicPr>
          <p:cNvPr id="33" name="Google Shape;6;p1">
            <a:extLst xmlns:a="http://schemas.openxmlformats.org/drawingml/2006/main">
              <a:ext uri="{FF2B5EF4-FFF2-40B4-BE49-F238E27FC236}">
                <a16:creationId xmlns:a16="http://schemas.microsoft.com/office/drawing/2014/main" id="{CBB5344E-11C2-4460-8553-B3A709EBDB5D}"/>
              </a:ext>
            </a:extLst>
          </p:cNvPr>
          <p:cNvPicPr>
            <a:picLocks xmlns:a="http://schemas.openxmlformats.org/drawingml/2006/main" noChangeAspect="1"/>
          </p:cNvPicPr>
          <p:nvPr/>
        </p:nvPicPr>
        <p:blipFill>
          <a:blip xmlns:r="http://schemas.openxmlformats.org/officeDocument/2006/relationships" xmlns:a="http://schemas.openxmlformats.org/drawingml/2006/main" r:embed="R68b6157f81f94db5"/>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34" name="Google Shape;7;p1">
            <a:extLst xmlns:a="http://schemas.openxmlformats.org/drawingml/2006/main">
              <a:ext uri="{FF2B5EF4-FFF2-40B4-BE49-F238E27FC236}">
                <a16:creationId xmlns:a16="http://schemas.microsoft.com/office/drawing/2014/main" id="{EA9662B4-CE85-461C-B7B3-6E40F0B30999}"/>
              </a:ext>
            </a:extLst>
          </p:cNvPr>
          <p:cNvPicPr>
            <a:picLocks xmlns:a="http://schemas.openxmlformats.org/drawingml/2006/main" noChangeAspect="1"/>
          </p:cNvPicPr>
          <p:nvPr/>
        </p:nvPicPr>
        <p:blipFill>
          <a:blip xmlns:r="http://schemas.openxmlformats.org/officeDocument/2006/relationships" xmlns:a="http://schemas.openxmlformats.org/drawingml/2006/main" r:embed="Rd93b0685ee144323"/>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
        <p:nvSpPr>
          <p:cNvPr id="25" name="Google Shape;26;p7">
            <a:extLst xmlns:a="http://schemas.openxmlformats.org/drawingml/2006/main">
              <a:ext uri="{FF2B5EF4-FFF2-40B4-BE49-F238E27FC236}">
                <a16:creationId xmlns:a16="http://schemas.microsoft.com/office/drawing/2014/main" id="{8FA3C409-601F-4792-9E5B-FC6D549A0257}"/>
              </a:ext>
            </a:extLst>
          </p:cNvPr>
          <p:cNvSpPr>
            <a:spLocks xmlns:a="http://schemas.openxmlformats.org/drawingml/2006/main" noGrp="1"/>
          </p:cNvSpPr>
          <p:nvPr/>
        </p:nvSpPr>
        <p:spPr>
          <a:xfrm xmlns:a="http://schemas.openxmlformats.org/drawingml/2006/main" rot="0" flipH="0" flipV="0">
            <a:off x="0" y="0"/>
            <a:ext cx="3066840" cy="105480"/>
          </a:xfrm>
          <a:prstGeom xmlns:a="http://schemas.openxmlformats.org/drawingml/2006/main" prst="rect">
            <a:avLst/>
          </a:prstGeom>
          <a:solidFill xmlns:a="http://schemas.openxmlformats.org/drawingml/2006/main">
            <a:schemeClr val="accent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FFFFFF"/>
              </a:solidFill>
              <a:latin typeface="Roboto Mono Light"/>
              <a:ea typeface="Roboto Mono Light"/>
              <a:cs typeface="Roboto Mono Light"/>
            </a:endParaRPr>
          </a:p>
        </p:txBody>
      </p:sp>
      <p:sp>
        <p:nvSpPr>
          <p:cNvPr id="26" name="Google Shape;27;p7">
            <a:extLst xmlns:a="http://schemas.openxmlformats.org/drawingml/2006/main">
              <a:ext uri="{FF2B5EF4-FFF2-40B4-BE49-F238E27FC236}">
                <a16:creationId xmlns:a16="http://schemas.microsoft.com/office/drawing/2014/main" id="{71712506-A823-4C1E-A7B1-5FE52562308B}"/>
              </a:ext>
            </a:extLst>
          </p:cNvPr>
          <p:cNvSpPr>
            <a:spLocks xmlns:a="http://schemas.openxmlformats.org/drawingml/2006/main" noGrp="1"/>
          </p:cNvSpPr>
          <p:nvPr/>
        </p:nvSpPr>
        <p:spPr>
          <a:xfrm xmlns:a="http://schemas.openxmlformats.org/drawingml/2006/main" rot="0" flipH="0" flipV="0">
            <a:off x="6076440" y="0"/>
            <a:ext cx="3066840" cy="105480"/>
          </a:xfrm>
          <a:prstGeom xmlns:a="http://schemas.openxmlformats.org/drawingml/2006/main" prst="rect">
            <a:avLst/>
          </a:prstGeom>
          <a:solidFill xmlns:a="http://schemas.openxmlformats.org/drawingml/2006/main">
            <a:schemeClr val="accent3"/>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000000"/>
              </a:solidFill>
              <a:latin typeface="Roboto Mono Light"/>
              <a:ea typeface="Roboto Mono Light"/>
              <a:cs typeface="Roboto Mono Light"/>
            </a:endParaRPr>
          </a:p>
        </p:txBody>
      </p:sp>
      <p:sp>
        <p:nvSpPr>
          <p:cNvPr id="27" name="Google Shape;28;p7">
            <a:extLst xmlns:a="http://schemas.openxmlformats.org/drawingml/2006/main">
              <a:ext uri="{FF2B5EF4-FFF2-40B4-BE49-F238E27FC236}">
                <a16:creationId xmlns:a16="http://schemas.microsoft.com/office/drawing/2014/main" id="{BDBCFE7F-65D6-4C02-B24F-CD69BBDA1FAB}"/>
              </a:ext>
            </a:extLst>
          </p:cNvPr>
          <p:cNvSpPr>
            <a:spLocks xmlns:a="http://schemas.openxmlformats.org/drawingml/2006/main" noGrp="1"/>
          </p:cNvSpPr>
          <p:nvPr/>
        </p:nvSpPr>
        <p:spPr>
          <a:xfrm xmlns:a="http://schemas.openxmlformats.org/drawingml/2006/main" rot="0" flipH="0" flipV="0">
            <a:off x="3038400" y="0"/>
            <a:ext cx="3066840" cy="105480"/>
          </a:xfrm>
          <a:prstGeom xmlns:a="http://schemas.openxmlformats.org/drawingml/2006/main" prst="rect">
            <a:avLst/>
          </a:prstGeom>
          <a:solidFill xmlns:a="http://schemas.openxmlformats.org/drawingml/2006/main">
            <a:schemeClr val="accent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52920" rIns="90000" bIns="52920" anchor="ctr">
            <a:noAutofit/>
          </a:bodyPr>
          <a:lstStyle xmlns:a="http://schemas.openxmlformats.org/drawingml/2006/main"/>
          <a:p xmlns:a="http://schemas.openxmlformats.org/drawingml/2006/main">
            <a:endParaRPr sz="1400" b="0" u="none">
              <a:solidFill>
                <a:srgbClr val="FFFFFF"/>
              </a:solidFill>
              <a:latin typeface="Roboto Mono Light"/>
              <a:ea typeface="Roboto Mono Light"/>
              <a:cs typeface="Roboto Mono Light"/>
            </a:endParaRPr>
          </a:p>
        </p:txBody>
      </p:sp>
      <p:pic>
        <p:nvPicPr>
          <p:cNvPr id="38" name="Google Shape;29;p7">
            <a:extLst xmlns:a="http://schemas.openxmlformats.org/drawingml/2006/main">
              <a:ext uri="{FF2B5EF4-FFF2-40B4-BE49-F238E27FC236}">
                <a16:creationId xmlns:a16="http://schemas.microsoft.com/office/drawing/2014/main" id="{BB44B647-147D-47E1-B7F8-644AC6776B94}"/>
              </a:ext>
            </a:extLst>
          </p:cNvPr>
          <p:cNvPicPr>
            <a:picLocks xmlns:a="http://schemas.openxmlformats.org/drawingml/2006/main" noChangeAspect="1"/>
          </p:cNvPicPr>
          <p:nvPr/>
        </p:nvPicPr>
        <p:blipFill>
          <a:blip xmlns:r="http://schemas.openxmlformats.org/officeDocument/2006/relationships" xmlns:a="http://schemas.openxmlformats.org/drawingml/2006/main" r:embed="R06cc4c2fb2894161"/>
          <a:srcRect xmlns:a="http://schemas.openxmlformats.org/drawingml/2006/main" l="0" t="0" r="0" b="17006"/>
          <a:stretch xmlns:a="http://schemas.openxmlformats.org/drawingml/2006/main"/>
        </p:blipFill>
        <p:spPr>
          <a:xfrm xmlns:a="http://schemas.openxmlformats.org/drawingml/2006/main">
            <a:off x="8499600" y="4852080"/>
            <a:ext cx="529200" cy="184680"/>
          </a:xfrm>
          <a:prstGeom xmlns:a="http://schemas.openxmlformats.org/drawingml/2006/main" prst="rect">
            <a:avLst/>
          </a:prstGeom>
          <a:ln xmlns:a="http://schemas.openxmlformats.org/drawingml/2006/main" w="0">
            <a:noFill/>
          </a:ln>
        </p:spPr>
      </p:pic>
      <p:sp>
        <p:nvSpPr>
          <p:cNvPr id="29" name="PlaceHolder 1">
            <a:extLst xmlns:a="http://schemas.openxmlformats.org/drawingml/2006/main">
              <a:ext uri="{FF2B5EF4-FFF2-40B4-BE49-F238E27FC236}">
                <a16:creationId xmlns:a16="http://schemas.microsoft.com/office/drawing/2014/main" id="{6AC36A8E-ED77-4BD1-81E8-249428DED062}"/>
              </a:ext>
            </a:extLst>
          </p:cNvPr>
          <p:cNvSpPr>
            <a:spLocks xmlns:a="http://schemas.openxmlformats.org/drawingml/2006/main" noGrp="1"/>
          </p:cNvSpPr>
          <p:nvPr>
            <p:ph type="body" idx="0"/>
          </p:nvPr>
        </p:nvSpPr>
        <p:spPr>
          <a:xfrm xmlns:a="http://schemas.openxmlformats.org/drawingml/2006/main">
            <a:off x="3171600" y="1976760"/>
            <a:ext cx="5950800" cy="260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91440" rIns="91440" bIns="91440" anchor="t">
            <a:noAutofit/>
          </a:bodyPr>
          <a:lstStyle xmlns:a="http://schemas.openxmlformats.org/drawingml/2006/main">
            <a:lvl1pPr algn="l">
              <a:lnSpc>
                <a:spcPct val="100000"/>
              </a:lnSpc>
              <a:spcBef>
                <a:spcPts val="1417"/>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lnSpc>
                <a:spcPct val="100000"/>
              </a:lnSpc>
              <a:spcBef>
                <a:spcPts val="1134"/>
              </a:spcBef>
              <a:buClr>
                <a:srgbClr val="203C36"/>
              </a:buClr>
              <a:buFont typeface="Roboto Mono Light"/>
              <a:buChar char="●"/>
              <a:defRPr sz="1600" b="0" u="none">
                <a:solidFill>
                  <a:srgbClr val="203C36"/>
                </a:solidFill>
                <a:latin typeface="Roboto Mono Light"/>
                <a:ea typeface="Roboto Mono Light"/>
                <a:cs typeface="Roboto Mono Light"/>
              </a:defRPr>
            </a:lvl2pPr>
            <a:lvl3pPr algn="l">
              <a:lnSpc>
                <a:spcPct val="100000"/>
              </a:lnSpc>
              <a:spcBef>
                <a:spcPts val="850"/>
              </a:spcBef>
              <a:buClr>
                <a:srgbClr val="203C36"/>
              </a:buClr>
              <a:buFont typeface="Roboto Mono Light"/>
              <a:buChar char="●"/>
              <a:defRPr sz="1400" b="0" u="none">
                <a:solidFill>
                  <a:srgbClr val="203C36"/>
                </a:solidFill>
                <a:latin typeface="Roboto Mono Light"/>
                <a:ea typeface="Roboto Mono Light"/>
                <a:cs typeface="Roboto Mono Light"/>
              </a:defRPr>
            </a:lvl3pPr>
            <a:lvl4pPr algn="l">
              <a:lnSpc>
                <a:spcPct val="100000"/>
              </a:lnSpc>
              <a:spcBef>
                <a:spcPts val="567"/>
              </a:spcBef>
              <a:buClr>
                <a:srgbClr val="203C36"/>
              </a:buClr>
              <a:buFont typeface="Roboto Mono Light"/>
              <a:buChar char="●"/>
              <a:defRPr sz="1400" b="0" u="none">
                <a:solidFill>
                  <a:srgbClr val="203C36"/>
                </a:solidFill>
                <a:latin typeface="Roboto Mono Light"/>
                <a:ea typeface="Roboto Mono Light"/>
                <a:cs typeface="Roboto Mono Light"/>
              </a:defRPr>
            </a:lvl4pPr>
            <a:lvl5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5pPr>
            <a:lvl6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6pPr>
            <a:lvl7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7pPr>
          </a:lstStyle>
          <a:p xmlns:a="http://schemas.openxmlformats.org/drawingml/2006/main">
            <a:pPr marL="457200" indent="-330120" algn="l">
              <a:lnSpc>
                <a:spcPct val="100000"/>
              </a:lnSpc>
              <a:spcBef>
                <a:spcPts val="1417"/>
              </a:spcBef>
              <a:buClr>
                <a:srgbClr val="203C36"/>
              </a:buClr>
              <a:buFont typeface="Roboto Mono Light"/>
              <a:buChar char="●"/>
            </a:pPr>
            <a:r>
              <a:rPr sz="1800" b="0" u="none">
                <a:solidFill>
                  <a:srgbClr val="203C36"/>
                </a:solidFill>
                <a:latin typeface="Roboto Mono Light"/>
                <a:ea typeface="Roboto Mono Light"/>
                <a:cs typeface="Roboto Mono Light"/>
              </a:rPr>
              <a:t>Click to add text</a:t>
            </a:r>
            <a:endParaRPr sz="1800" b="0" u="none">
              <a:solidFill>
                <a:srgbClr val="203C36"/>
              </a:solidFill>
              <a:latin typeface="Roboto Mono Light"/>
              <a:ea typeface="Roboto Mono Light"/>
              <a:cs typeface="Roboto Mono Light"/>
            </a:endParaRPr>
          </a:p>
          <a:p xmlns:a="http://schemas.openxmlformats.org/drawingml/2006/main">
            <a:pPr marL="914400" lvl="1" indent="-330120" algn="l">
              <a:lnSpc>
                <a:spcPct val="100000"/>
              </a:lnSpc>
              <a:spcBef>
                <a:spcPts val="1134"/>
              </a:spcBef>
              <a:buClr>
                <a:srgbClr val="203C36"/>
              </a:buClr>
              <a:buFont typeface="Roboto Mono Light"/>
              <a:buChar char="●"/>
            </a:pPr>
            <a:r>
              <a:rPr sz="1600" b="0" u="none">
                <a:solidFill>
                  <a:srgbClr val="203C36"/>
                </a:solidFill>
                <a:latin typeface="Roboto Mono Light"/>
                <a:ea typeface="Roboto Mono Light"/>
                <a:cs typeface="Roboto Mono Light"/>
              </a:rPr>
              <a:t>Second Outline Level</a:t>
            </a:r>
            <a:endParaRPr sz="1600" b="0" u="none">
              <a:solidFill>
                <a:srgbClr val="203C36"/>
              </a:solidFill>
              <a:latin typeface="Roboto Mono Light"/>
              <a:ea typeface="Roboto Mono Light"/>
              <a:cs typeface="Roboto Mono Light"/>
            </a:endParaRPr>
          </a:p>
          <a:p xmlns:a="http://schemas.openxmlformats.org/drawingml/2006/main">
            <a:pPr marL="1371600" lvl="2" indent="-330120" algn="l">
              <a:lnSpc>
                <a:spcPct val="100000"/>
              </a:lnSpc>
              <a:spcBef>
                <a:spcPts val="850"/>
              </a:spcBef>
              <a:buClr>
                <a:srgbClr val="203C36"/>
              </a:buClr>
              <a:buFont typeface="Roboto Mono Light"/>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828800" lvl="3" indent="-330120" algn="l">
              <a:lnSpc>
                <a:spcPct val="100000"/>
              </a:lnSpc>
              <a:spcBef>
                <a:spcPts val="567"/>
              </a:spcBef>
              <a:buClr>
                <a:srgbClr val="203C36"/>
              </a:buClr>
              <a:buFont typeface="Roboto Mono Light"/>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286000" lvl="4" indent="-33012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Fifth Outline Level</a:t>
            </a:r>
            <a:endParaRPr sz="1400" b="0" u="none">
              <a:solidFill>
                <a:srgbClr val="203C36"/>
              </a:solidFill>
              <a:latin typeface="Roboto Mono Light"/>
              <a:ea typeface="Roboto Mono Light"/>
              <a:cs typeface="Roboto Mono Light"/>
            </a:endParaRPr>
          </a:p>
          <a:p xmlns:a="http://schemas.openxmlformats.org/drawingml/2006/main">
            <a:pPr marL="2743200" lvl="5" indent="-33012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Sixth Outline Level</a:t>
            </a:r>
            <a:endParaRPr sz="1400" b="0" u="none">
              <a:solidFill>
                <a:srgbClr val="203C36"/>
              </a:solidFill>
              <a:latin typeface="Roboto Mono Light"/>
              <a:ea typeface="Roboto Mono Light"/>
              <a:cs typeface="Roboto Mono Light"/>
            </a:endParaRPr>
          </a:p>
          <a:p xmlns:a="http://schemas.openxmlformats.org/drawingml/2006/main">
            <a:pPr marL="3200400" lvl="6" indent="-33012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Seventh Outline Level</a:t>
            </a:r>
            <a:endParaRPr sz="1400" b="0" u="none">
              <a:solidFill>
                <a:srgbClr val="203C36"/>
              </a:solidFill>
              <a:latin typeface="Roboto Mono Light"/>
              <a:ea typeface="Roboto Mono Light"/>
              <a:cs typeface="Roboto Mono Light"/>
            </a:endParaRPr>
          </a:p>
        </p:txBody>
      </p:sp>
    </p:spTree>
  </p:cSld>
</p:sldLayout>
</file>

<file path=ppt/slideLayouts/slideLayout7.xml><?xml version="1.0" encoding="utf-8"?>
<p:sldLayout xmlns:p="http://schemas.openxmlformats.org/presentationml/2006/main" type="blank" preserve="1">
  <p:cSld name="TITLE_1">
    <p:bg>
      <p:bgPr>
        <a:solidFill xmlns:a="http://schemas.openxmlformats.org/drawingml/2006/main">
          <a:srgbClr val="E3E4DC"/>
        </a:solidFill>
      </p:bgPr>
    </p:bg>
    <p:spTree>
      <p:nvGrpSpPr>
        <p:cNvPr id="1" name=""/>
        <p:cNvGrpSpPr/>
        <p:nvPr/>
      </p:nvGrpSpPr>
      <p:grpSpPr>
        <a:xfrm xmlns:a="http://schemas.openxmlformats.org/drawingml/2006/main"/>
      </p:grpSpPr>
      <p:pic>
        <p:nvPicPr>
          <p:cNvPr id="42" name="Google Shape;6;p1">
            <a:extLst xmlns:a="http://schemas.openxmlformats.org/drawingml/2006/main">
              <a:ext uri="{FF2B5EF4-FFF2-40B4-BE49-F238E27FC236}">
                <a16:creationId xmlns:a16="http://schemas.microsoft.com/office/drawing/2014/main" id="{F9312A68-A10A-419D-AAE9-1B62AF6A24F1}"/>
              </a:ext>
            </a:extLst>
          </p:cNvPr>
          <p:cNvPicPr>
            <a:picLocks xmlns:a="http://schemas.openxmlformats.org/drawingml/2006/main" noChangeAspect="1"/>
          </p:cNvPicPr>
          <p:nvPr/>
        </p:nvPicPr>
        <p:blipFill>
          <a:blip xmlns:r="http://schemas.openxmlformats.org/officeDocument/2006/relationships" xmlns:a="http://schemas.openxmlformats.org/drawingml/2006/main" r:embed="Re227326a5990417f"/>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43" name="Google Shape;7;p1">
            <a:extLst xmlns:a="http://schemas.openxmlformats.org/drawingml/2006/main">
              <a:ext uri="{FF2B5EF4-FFF2-40B4-BE49-F238E27FC236}">
                <a16:creationId xmlns:a16="http://schemas.microsoft.com/office/drawing/2014/main" id="{F24A16D3-3F1C-4679-B991-AB23D07440F5}"/>
              </a:ext>
            </a:extLst>
          </p:cNvPr>
          <p:cNvPicPr>
            <a:picLocks xmlns:a="http://schemas.openxmlformats.org/drawingml/2006/main" noChangeAspect="1"/>
          </p:cNvPicPr>
          <p:nvPr/>
        </p:nvPicPr>
        <p:blipFill>
          <a:blip xmlns:r="http://schemas.openxmlformats.org/officeDocument/2006/relationships" xmlns:a="http://schemas.openxmlformats.org/drawingml/2006/main" r:embed="Rbf443d111056481f"/>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
        <p:nvSpPr>
          <p:cNvPr id="32" name="PlaceHolder 1">
            <a:extLst xmlns:a="http://schemas.openxmlformats.org/drawingml/2006/main">
              <a:ext uri="{FF2B5EF4-FFF2-40B4-BE49-F238E27FC236}">
                <a16:creationId xmlns:a16="http://schemas.microsoft.com/office/drawing/2014/main" id="{69C1FAFD-CD14-4673-B94B-EA37E27DF0BE}"/>
              </a:ext>
            </a:extLst>
          </p:cNvPr>
          <p:cNvSpPr>
            <a:spLocks xmlns:a="http://schemas.openxmlformats.org/drawingml/2006/main" noGrp="1"/>
          </p:cNvSpPr>
          <p:nvPr>
            <p:ph type="sldNum" idx="1"/>
          </p:nvPr>
        </p:nvSpPr>
        <p:spPr>
          <a:xfrm xmlns:a="http://schemas.openxmlformats.org/drawingml/2006/main">
            <a:off x="8472600" y="4663080"/>
            <a:ext cx="547920" cy="392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91440" rIns="91440" bIns="91440" anchor="ctr">
            <a:noAutofit/>
          </a:bodyPr>
          <a:lstStyle xmlns:a="http://schemas.openxmlformats.org/drawingml/2006/main">
            <a:lvl1pPr indent="0" algn="l">
              <a:lnSpc>
                <a:spcPct val="100000"/>
              </a:lnSpc>
              <a:buNone/>
              <a:tabLst>
                <a:tab pos="0" algn="l"/>
              </a:tabLst>
              <a:defRPr sz="1400" b="0" u="none">
                <a:solidFill>
                  <a:srgbClr val="000000"/>
                </a:solidFill>
                <a:latin typeface="Open Sans"/>
                <a:ea typeface="Open Sans"/>
                <a:cs typeface="Open Sans"/>
              </a:defRPr>
            </a:lvl1pPr>
          </a:lstStyle>
          <a:p xmlns:a="http://schemas.openxmlformats.org/drawingml/2006/main">
            <a:pPr indent="0" algn="l">
              <a:lnSpc>
                <a:spcPct val="100000"/>
              </a:lnSpc>
              <a:buNone/>
              <a:tabLst>
                <a:tab pos="0" algn="l"/>
              </a:tabLst>
            </a:pPr>
            <a:fld id="{25DF14F8-C990-43A8-92B6-81D68A1E8CAC}" type="slidenum">
              <a:rPr sz="1400" b="0" u="none">
                <a:solidFill>
                  <a:srgbClr val="000000"/>
                </a:solidFill>
                <a:latin typeface="Open Sans"/>
                <a:ea typeface="Open Sans"/>
                <a:cs typeface="Open Sans"/>
              </a:rPr>
              <a:t>&lt;number&gt;</a:t>
            </a:fld>
            <a:endParaRPr sz="1400" b="0" u="none">
              <a:solidFill>
                <a:srgbClr val="000000"/>
              </a:solidFill>
              <a:latin typeface="Times New Roman"/>
              <a:ea typeface="Times New Roman"/>
              <a:cs typeface="Times New Roman"/>
            </a:endParaRPr>
          </a:p>
        </p:txBody>
      </p:sp>
      <p:pic>
        <p:nvPicPr>
          <p:cNvPr id="45" name="Google Shape;34;p8">
            <a:extLst xmlns:a="http://schemas.openxmlformats.org/drawingml/2006/main">
              <a:ext uri="{FF2B5EF4-FFF2-40B4-BE49-F238E27FC236}">
                <a16:creationId xmlns:a16="http://schemas.microsoft.com/office/drawing/2014/main" id="{CB6D0EEB-DC3C-4E83-A877-1DA1D6BDE86F}"/>
              </a:ext>
            </a:extLst>
          </p:cNvPr>
          <p:cNvPicPr>
            <a:picLocks xmlns:a="http://schemas.openxmlformats.org/drawingml/2006/main" noChangeAspect="1"/>
          </p:cNvPicPr>
          <p:nvPr/>
        </p:nvPicPr>
        <p:blipFill>
          <a:blip xmlns:r="http://schemas.openxmlformats.org/officeDocument/2006/relationships" xmlns:a="http://schemas.openxmlformats.org/drawingml/2006/main" r:embed="R0ac96e3f8a9744ff"/>
          <a:srcRect xmlns:a="http://schemas.openxmlformats.org/drawingml/2006/main" l="0" t="9836" r="0" b="33507"/>
          <a:stretch xmlns:a="http://schemas.openxmlformats.org/drawingml/2006/main"/>
        </p:blipFill>
        <p:spPr>
          <a:xfrm xmlns:a="http://schemas.openxmlformats.org/drawingml/2006/main">
            <a:off x="0" y="0"/>
            <a:ext cx="9143280" cy="5180040"/>
          </a:xfrm>
          <a:prstGeom xmlns:a="http://schemas.openxmlformats.org/drawingml/2006/main" prst="rect">
            <a:avLst/>
          </a:prstGeom>
          <a:ln xmlns:a="http://schemas.openxmlformats.org/drawingml/2006/main" w="0">
            <a:noFill/>
          </a:ln>
        </p:spPr>
      </p:pic>
      <p:pic>
        <p:nvPicPr>
          <p:cNvPr id="46" name="Google Shape;35;p8">
            <a:extLst xmlns:a="http://schemas.openxmlformats.org/drawingml/2006/main">
              <a:ext uri="{FF2B5EF4-FFF2-40B4-BE49-F238E27FC236}">
                <a16:creationId xmlns:a16="http://schemas.microsoft.com/office/drawing/2014/main" id="{55DA511D-181C-4FCB-AA33-B1BCE1C98463}"/>
              </a:ext>
            </a:extLst>
          </p:cNvPr>
          <p:cNvPicPr>
            <a:picLocks xmlns:a="http://schemas.openxmlformats.org/drawingml/2006/main" noChangeAspect="1"/>
          </p:cNvPicPr>
          <p:nvPr/>
        </p:nvPicPr>
        <p:blipFill>
          <a:blip xmlns:r="http://schemas.openxmlformats.org/officeDocument/2006/relationships" xmlns:a="http://schemas.openxmlformats.org/drawingml/2006/main" r:embed="Rf0e38eee39fe4ee7"/>
          <a:stretch xmlns:a="http://schemas.openxmlformats.org/drawingml/2006/main"/>
        </p:blipFill>
        <p:spPr>
          <a:xfrm xmlns:a="http://schemas.openxmlformats.org/drawingml/2006/main">
            <a:off x="4714200" y="4798800"/>
            <a:ext cx="462600" cy="124560"/>
          </a:xfrm>
          <a:prstGeom xmlns:a="http://schemas.openxmlformats.org/drawingml/2006/main" prst="rect">
            <a:avLst/>
          </a:prstGeom>
          <a:ln xmlns:a="http://schemas.openxmlformats.org/drawingml/2006/main" w="0">
            <a:noFill/>
          </a:ln>
        </p:spPr>
      </p:pic>
      <p:pic>
        <p:nvPicPr>
          <p:cNvPr id="47" name="Google Shape;36;p8">
            <a:extLst xmlns:a="http://schemas.openxmlformats.org/drawingml/2006/main">
              <a:ext uri="{FF2B5EF4-FFF2-40B4-BE49-F238E27FC236}">
                <a16:creationId xmlns:a16="http://schemas.microsoft.com/office/drawing/2014/main" id="{F0C024F8-D6A5-497A-ACF9-7819F7FC897E}"/>
              </a:ext>
            </a:extLst>
          </p:cNvPr>
          <p:cNvPicPr>
            <a:picLocks xmlns:a="http://schemas.openxmlformats.org/drawingml/2006/main" noChangeAspect="1"/>
          </p:cNvPicPr>
          <p:nvPr/>
        </p:nvPicPr>
        <p:blipFill>
          <a:blip xmlns:r="http://schemas.openxmlformats.org/officeDocument/2006/relationships" xmlns:a="http://schemas.openxmlformats.org/drawingml/2006/main" r:embed="Rf562237632e74fb7"/>
          <a:srcRect xmlns:a="http://schemas.openxmlformats.org/drawingml/2006/main" l="0" t="0" r="0" b="19349"/>
          <a:stretch xmlns:a="http://schemas.openxmlformats.org/drawingml/2006/main"/>
        </p:blipFill>
        <p:spPr>
          <a:xfrm xmlns:a="http://schemas.openxmlformats.org/drawingml/2006/main">
            <a:off x="4042440" y="4788720"/>
            <a:ext cx="402480" cy="144720"/>
          </a:xfrm>
          <a:prstGeom xmlns:a="http://schemas.openxmlformats.org/drawingml/2006/main" prst="rect">
            <a:avLst/>
          </a:prstGeom>
          <a:ln xmlns:a="http://schemas.openxmlformats.org/drawingml/2006/main" w="0">
            <a:noFill/>
          </a:ln>
        </p:spPr>
      </p:pic>
      <p:sp>
        <p:nvSpPr>
          <p:cNvPr id="36" name="Google Shape;37;p8">
            <a:extLst xmlns:a="http://schemas.openxmlformats.org/drawingml/2006/main">
              <a:ext uri="{FF2B5EF4-FFF2-40B4-BE49-F238E27FC236}">
                <a16:creationId xmlns:a16="http://schemas.microsoft.com/office/drawing/2014/main" id="{05486407-8E95-4EA5-AB90-3031E95E57D7}"/>
              </a:ext>
            </a:extLst>
          </p:cNvPr>
          <p:cNvSpPr>
            <a:spLocks xmlns:a="http://schemas.openxmlformats.org/drawingml/2006/main" noGrp="1"/>
          </p:cNvSpPr>
          <p:nvPr/>
        </p:nvSpPr>
        <p:spPr>
          <a:xfrm xmlns:a="http://schemas.openxmlformats.org/drawingml/2006/main">
            <a:off x="4446360" y="4742280"/>
            <a:ext cx="190080" cy="237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91440" rIns="90000" bIns="91440" anchor="ctr">
            <a:noAutofit/>
          </a:bodyPr>
          <a:lstStyle xmlns:a="http://schemas.openxmlformats.org/drawingml/2006/main"/>
          <a:p xmlns:a="http://schemas.openxmlformats.org/drawingml/2006/main">
            <a:pPr algn="ctr">
              <a:lnSpc>
                <a:spcPct val="100000"/>
              </a:lnSpc>
              <a:buNone/>
              <a:tabLst>
                <a:tab pos="0" algn="l"/>
              </a:tabLst>
            </a:pPr>
            <a:r>
              <a:rPr sz="1400" b="0" u="none">
                <a:solidFill>
                  <a:srgbClr val="000000"/>
                </a:solidFill>
                <a:latin typeface="Open Sans ExtraBold"/>
                <a:ea typeface="Open Sans ExtraBold"/>
                <a:cs typeface="Open Sans ExtraBold"/>
              </a:rPr>
              <a:t>+</a:t>
            </a:r>
            <a:endParaRPr sz="1400" b="0" u="none">
              <a:solidFill>
                <a:srgbClr val="000000"/>
              </a:solidFill>
              <a:latin typeface="Arial"/>
              <a:ea typeface="Arial"/>
              <a:cs typeface="Arial"/>
            </a:endParaRPr>
          </a:p>
        </p:txBody>
      </p:sp>
    </p:spTree>
  </p:cSld>
</p:sldLayout>
</file>

<file path=ppt/slideLayouts/slideLayout8.xml><?xml version="1.0" encoding="utf-8"?>
<p:sldLayout xmlns:p="http://schemas.openxmlformats.org/presentationml/2006/main" type="blank" preserve="1">
  <p:cSld name="TITLE_1_2_1_4_2_1">
    <p:bg>
      <p:bgPr>
        <a:solidFill xmlns:a="http://schemas.openxmlformats.org/drawingml/2006/main">
          <a:srgbClr val="E3E4DC"/>
        </a:solidFill>
      </p:bgPr>
    </p:bg>
    <p:spTree>
      <p:nvGrpSpPr>
        <p:cNvPr id="1" name=""/>
        <p:cNvGrpSpPr/>
        <p:nvPr/>
      </p:nvGrpSpPr>
      <p:grpSpPr>
        <a:xfrm xmlns:a="http://schemas.openxmlformats.org/drawingml/2006/main"/>
      </p:grpSpPr>
      <p:pic>
        <p:nvPicPr>
          <p:cNvPr id="43" name="Google Shape;6;p1">
            <a:extLst xmlns:a="http://schemas.openxmlformats.org/drawingml/2006/main">
              <a:ext uri="{FF2B5EF4-FFF2-40B4-BE49-F238E27FC236}">
                <a16:creationId xmlns:a16="http://schemas.microsoft.com/office/drawing/2014/main" id="{0CF3D6E5-BE78-4962-90BF-95B5BD146D54}"/>
              </a:ext>
            </a:extLst>
          </p:cNvPr>
          <p:cNvPicPr>
            <a:picLocks xmlns:a="http://schemas.openxmlformats.org/drawingml/2006/main" noChangeAspect="1"/>
          </p:cNvPicPr>
          <p:nvPr/>
        </p:nvPicPr>
        <p:blipFill>
          <a:blip xmlns:r="http://schemas.openxmlformats.org/officeDocument/2006/relationships" xmlns:a="http://schemas.openxmlformats.org/drawingml/2006/main" r:embed="Rb30af2eebfe64081"/>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44" name="Google Shape;7;p1">
            <a:extLst xmlns:a="http://schemas.openxmlformats.org/drawingml/2006/main">
              <a:ext uri="{FF2B5EF4-FFF2-40B4-BE49-F238E27FC236}">
                <a16:creationId xmlns:a16="http://schemas.microsoft.com/office/drawing/2014/main" id="{FBD712A5-666A-429E-A550-69FBCA0E0979}"/>
              </a:ext>
            </a:extLst>
          </p:cNvPr>
          <p:cNvPicPr>
            <a:picLocks xmlns:a="http://schemas.openxmlformats.org/drawingml/2006/main" noChangeAspect="1"/>
          </p:cNvPicPr>
          <p:nvPr/>
        </p:nvPicPr>
        <p:blipFill>
          <a:blip xmlns:r="http://schemas.openxmlformats.org/officeDocument/2006/relationships" xmlns:a="http://schemas.openxmlformats.org/drawingml/2006/main" r:embed="R6d03e707ce9e41a5"/>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sp>
        <p:nvSpPr>
          <p:cNvPr id="39" name="PlaceHolder 1">
            <a:extLst xmlns:a="http://schemas.openxmlformats.org/drawingml/2006/main">
              <a:ext uri="{FF2B5EF4-FFF2-40B4-BE49-F238E27FC236}">
                <a16:creationId xmlns:a16="http://schemas.microsoft.com/office/drawing/2014/main" id="{1A4498E1-8E42-4669-A01E-20420A993C93}"/>
              </a:ext>
            </a:extLst>
          </p:cNvPr>
          <p:cNvSpPr>
            <a:spLocks xmlns:a="http://schemas.openxmlformats.org/drawingml/2006/main" noGrp="1"/>
          </p:cNvSpPr>
          <p:nvPr>
            <p:ph type="sldNum" idx="2"/>
          </p:nvPr>
        </p:nvSpPr>
        <p:spPr>
          <a:xfrm xmlns:a="http://schemas.openxmlformats.org/drawingml/2006/main">
            <a:off x="8499600" y="106200"/>
            <a:ext cx="529560" cy="294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91440" rIns="91440" bIns="91440" anchor="ctr">
            <a:noAutofit/>
          </a:bodyPr>
          <a:lstStyle xmlns:a="http://schemas.openxmlformats.org/drawingml/2006/main">
            <a:lvl1pPr indent="0" algn="r">
              <a:lnSpc>
                <a:spcPct val="100000"/>
              </a:lnSpc>
              <a:buNone/>
              <a:tabLst>
                <a:tab pos="0" algn="l"/>
              </a:tabLst>
              <a:defRPr sz="1000" b="0" u="none">
                <a:solidFill>
                  <a:srgbClr val="9E9E9E"/>
                </a:solidFill>
                <a:latin typeface="IBM Plex Mono"/>
                <a:ea typeface="IBM Plex Mono"/>
                <a:cs typeface="IBM Plex Mono"/>
              </a:defRPr>
            </a:lvl1pPr>
          </a:lstStyle>
          <a:p xmlns:a="http://schemas.openxmlformats.org/drawingml/2006/main">
            <a:pPr indent="0" algn="r">
              <a:lnSpc>
                <a:spcPct val="100000"/>
              </a:lnSpc>
              <a:buNone/>
              <a:tabLst>
                <a:tab pos="0" algn="l"/>
              </a:tabLst>
            </a:pPr>
            <a:fld id="{BDB0B565-10AD-4297-94F0-85F54FC69108}" type="slidenum">
              <a:rPr sz="1000" b="0" u="none">
                <a:solidFill>
                  <a:srgbClr val="9E9E9E"/>
                </a:solidFill>
                <a:latin typeface="IBM Plex Mono"/>
                <a:ea typeface="IBM Plex Mono"/>
                <a:cs typeface="IBM Plex Mono"/>
              </a:rPr>
              <a:t>&lt;number&gt;</a:t>
            </a:fld>
            <a:endParaRPr sz="1000" b="0" u="none">
              <a:solidFill>
                <a:srgbClr val="000000"/>
              </a:solidFill>
              <a:latin typeface="Times New Roman"/>
              <a:ea typeface="Times New Roman"/>
              <a:cs typeface="Times New Roman"/>
            </a:endParaRPr>
          </a:p>
        </p:txBody>
      </p:sp>
      <p:pic>
        <p:nvPicPr>
          <p:cNvPr id="46" name="Google Shape;40;p9">
            <a:extLst xmlns:a="http://schemas.openxmlformats.org/drawingml/2006/main">
              <a:ext uri="{FF2B5EF4-FFF2-40B4-BE49-F238E27FC236}">
                <a16:creationId xmlns:a16="http://schemas.microsoft.com/office/drawing/2014/main" id="{CDF8A9DA-ADBA-4F4B-AA55-D468E4E1788C}"/>
              </a:ext>
            </a:extLst>
          </p:cNvPr>
          <p:cNvPicPr>
            <a:picLocks xmlns:a="http://schemas.openxmlformats.org/drawingml/2006/main" noChangeAspect="1"/>
          </p:cNvPicPr>
          <p:nvPr/>
        </p:nvPicPr>
        <p:blipFill>
          <a:blip xmlns:r="http://schemas.openxmlformats.org/officeDocument/2006/relationships" xmlns:a="http://schemas.openxmlformats.org/drawingml/2006/main" r:embed="Ra529da4b5fbe4efb"/>
          <a:srcRect xmlns:a="http://schemas.openxmlformats.org/drawingml/2006/main" l="0" t="0" r="0" b="17006"/>
          <a:stretch xmlns:a="http://schemas.openxmlformats.org/drawingml/2006/main"/>
        </p:blipFill>
        <p:spPr>
          <a:xfrm xmlns:a="http://schemas.openxmlformats.org/drawingml/2006/main">
            <a:off x="8499600" y="4852080"/>
            <a:ext cx="529200" cy="184680"/>
          </a:xfrm>
          <a:prstGeom xmlns:a="http://schemas.openxmlformats.org/drawingml/2006/main" prst="rect">
            <a:avLst/>
          </a:prstGeom>
          <a:ln xmlns:a="http://schemas.openxmlformats.org/drawingml/2006/main" w="0">
            <a:noFill/>
          </a:ln>
        </p:spPr>
      </p:pic>
    </p:spTree>
  </p:cSld>
</p:sldLayout>
</file>

<file path=ppt/slideLayouts/slideLayout9.xml><?xml version="1.0" encoding="utf-8"?>
<p:sldLayout xmlns:p="http://schemas.openxmlformats.org/presentationml/2006/main" type="blank" preserve="1">
  <p:cSld name="CUSTOM_3">
    <p:bg>
      <p:bgPr>
        <a:solidFill xmlns:a="http://schemas.openxmlformats.org/drawingml/2006/main">
          <a:srgbClr val="E3E4DC"/>
        </a:solidFill>
      </p:bgPr>
    </p:bg>
    <p:spTree>
      <p:nvGrpSpPr>
        <p:cNvPr id="1" name=""/>
        <p:cNvGrpSpPr/>
        <p:nvPr/>
      </p:nvGrpSpPr>
      <p:grpSpPr>
        <a:xfrm xmlns:a="http://schemas.openxmlformats.org/drawingml/2006/main"/>
      </p:grpSpPr>
      <p:pic>
        <p:nvPicPr>
          <p:cNvPr id="6" name="Google Shape;6;p1">
            <a:extLst xmlns:a="http://schemas.openxmlformats.org/drawingml/2006/main">
              <a:ext uri="{FF2B5EF4-FFF2-40B4-BE49-F238E27FC236}">
                <a16:creationId xmlns:a16="http://schemas.microsoft.com/office/drawing/2014/main" id="{7BD73CAB-C2C6-4EAC-AA59-B02238E2433C}"/>
              </a:ext>
            </a:extLst>
          </p:cNvPr>
          <p:cNvPicPr>
            <a:picLocks xmlns:a="http://schemas.openxmlformats.org/drawingml/2006/main" noChangeAspect="1"/>
          </p:cNvPicPr>
          <p:nvPr/>
        </p:nvPicPr>
        <p:blipFill>
          <a:blip xmlns:r="http://schemas.openxmlformats.org/officeDocument/2006/relationships" xmlns:a="http://schemas.openxmlformats.org/drawingml/2006/main" r:embed="R6245d35eac49404c"/>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7" name="Google Shape;7;p1">
            <a:extLst xmlns:a="http://schemas.openxmlformats.org/drawingml/2006/main">
              <a:ext uri="{FF2B5EF4-FFF2-40B4-BE49-F238E27FC236}">
                <a16:creationId xmlns:a16="http://schemas.microsoft.com/office/drawing/2014/main" id="{A4E56F8E-8C72-4E05-B38C-99574612BB75}"/>
              </a:ext>
            </a:extLst>
          </p:cNvPr>
          <p:cNvPicPr>
            <a:picLocks xmlns:a="http://schemas.openxmlformats.org/drawingml/2006/main" noChangeAspect="1"/>
          </p:cNvPicPr>
          <p:nvPr/>
        </p:nvPicPr>
        <p:blipFill>
          <a:blip xmlns:r="http://schemas.openxmlformats.org/officeDocument/2006/relationships" xmlns:a="http://schemas.openxmlformats.org/drawingml/2006/main" r:embed="R5c926e4670fc406c"/>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8" name="Google Shape;42;p10">
            <a:extLst xmlns:a="http://schemas.openxmlformats.org/drawingml/2006/main">
              <a:ext uri="{FF2B5EF4-FFF2-40B4-BE49-F238E27FC236}">
                <a16:creationId xmlns:a16="http://schemas.microsoft.com/office/drawing/2014/main" id="{BD249BF5-630B-49FF-ACC6-4D52CAEF7E38}"/>
              </a:ext>
            </a:extLst>
          </p:cNvPr>
          <p:cNvPicPr>
            <a:picLocks xmlns:a="http://schemas.openxmlformats.org/drawingml/2006/main" noChangeAspect="1"/>
          </p:cNvPicPr>
          <p:nvPr/>
        </p:nvPicPr>
        <p:blipFill>
          <a:blip xmlns:r="http://schemas.openxmlformats.org/officeDocument/2006/relationships" xmlns:a="http://schemas.openxmlformats.org/drawingml/2006/main" r:embed="R2674433ed92c4c86"/>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9" name="Google Shape;43;p10">
            <a:extLst xmlns:a="http://schemas.openxmlformats.org/drawingml/2006/main">
              <a:ext uri="{FF2B5EF4-FFF2-40B4-BE49-F238E27FC236}">
                <a16:creationId xmlns:a16="http://schemas.microsoft.com/office/drawing/2014/main" id="{5A6FCEBE-568F-4FD5-84DB-5AD2B90403C5}"/>
              </a:ext>
            </a:extLst>
          </p:cNvPr>
          <p:cNvPicPr>
            <a:picLocks xmlns:a="http://schemas.openxmlformats.org/drawingml/2006/main" noChangeAspect="1"/>
          </p:cNvPicPr>
          <p:nvPr/>
        </p:nvPicPr>
        <p:blipFill>
          <a:blip xmlns:r="http://schemas.openxmlformats.org/officeDocument/2006/relationships" xmlns:a="http://schemas.openxmlformats.org/drawingml/2006/main" r:embed="R2674433ed92c4c86"/>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10" name="Google Shape;44;p10">
            <a:extLst xmlns:a="http://schemas.openxmlformats.org/drawingml/2006/main">
              <a:ext uri="{FF2B5EF4-FFF2-40B4-BE49-F238E27FC236}">
                <a16:creationId xmlns:a16="http://schemas.microsoft.com/office/drawing/2014/main" id="{4E9CB7A4-DD5D-401B-A509-105120D9621D}"/>
              </a:ext>
            </a:extLst>
          </p:cNvPr>
          <p:cNvPicPr>
            <a:picLocks xmlns:a="http://schemas.openxmlformats.org/drawingml/2006/main" noChangeAspect="1"/>
          </p:cNvPicPr>
          <p:nvPr/>
        </p:nvPicPr>
        <p:blipFill>
          <a:blip xmlns:r="http://schemas.openxmlformats.org/officeDocument/2006/relationships" xmlns:a="http://schemas.openxmlformats.org/drawingml/2006/main" r:embed="R21bfa332089248f7"/>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preserve="1">
  <p:cSld name="Speaker Intro">
    <p:bg>
      <p:bgPr>
        <a:solidFill xmlns:a="http://schemas.openxmlformats.org/drawingml/2006/main">
          <a:srgbClr val="E3E4DC"/>
        </a:solidFill>
      </p:bgPr>
    </p:bg>
    <p:spTree>
      <p:nvGrpSpPr>
        <p:cNvPr id="1" name=""/>
        <p:cNvGrpSpPr/>
        <p:nvPr/>
      </p:nvGrpSpPr>
      <p:grpSpPr>
        <a:xfrm xmlns:a="http://schemas.openxmlformats.org/drawingml/2006/main"/>
      </p:grpSpPr>
      <p:pic>
        <p:nvPicPr>
          <p:cNvPr id="59" name="Google Shape;6;p1">
            <a:extLst xmlns:a="http://schemas.openxmlformats.org/drawingml/2006/main">
              <a:ext uri="{FF2B5EF4-FFF2-40B4-BE49-F238E27FC236}">
                <a16:creationId xmlns:a16="http://schemas.microsoft.com/office/drawing/2014/main" id="{E685C09A-36C4-4684-B4C0-C2BA03A0F586}"/>
              </a:ext>
            </a:extLst>
          </p:cNvPr>
          <p:cNvPicPr>
            <a:picLocks xmlns:a="http://schemas.openxmlformats.org/drawingml/2006/main" noChangeAspect="1"/>
          </p:cNvPicPr>
          <p:nvPr/>
        </p:nvPicPr>
        <p:blipFill>
          <a:blip xmlns:r="http://schemas.openxmlformats.org/officeDocument/2006/relationships" xmlns:a="http://schemas.openxmlformats.org/drawingml/2006/main" r:embed="R7759734aeda64d3e"/>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60" name="Google Shape;7;p1">
            <a:extLst xmlns:a="http://schemas.openxmlformats.org/drawingml/2006/main">
              <a:ext uri="{FF2B5EF4-FFF2-40B4-BE49-F238E27FC236}">
                <a16:creationId xmlns:a16="http://schemas.microsoft.com/office/drawing/2014/main" id="{440238BE-7F1C-4F27-816B-E5621091EFE7}"/>
              </a:ext>
            </a:extLst>
          </p:cNvPr>
          <p:cNvPicPr>
            <a:picLocks xmlns:a="http://schemas.openxmlformats.org/drawingml/2006/main" noChangeAspect="1"/>
          </p:cNvPicPr>
          <p:nvPr/>
        </p:nvPicPr>
        <p:blipFill>
          <a:blip xmlns:r="http://schemas.openxmlformats.org/officeDocument/2006/relationships" xmlns:a="http://schemas.openxmlformats.org/drawingml/2006/main" r:embed="Rd32dc22cb64743ba"/>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1" name="Google Shape;46;p11">
            <a:extLst xmlns:a="http://schemas.openxmlformats.org/drawingml/2006/main">
              <a:ext uri="{FF2B5EF4-FFF2-40B4-BE49-F238E27FC236}">
                <a16:creationId xmlns:a16="http://schemas.microsoft.com/office/drawing/2014/main" id="{C4BDB724-6391-4B5C-8772-2D4321F825C7}"/>
              </a:ext>
            </a:extLst>
          </p:cNvPr>
          <p:cNvPicPr>
            <a:picLocks xmlns:a="http://schemas.openxmlformats.org/drawingml/2006/main" noChangeAspect="1"/>
          </p:cNvPicPr>
          <p:nvPr/>
        </p:nvPicPr>
        <p:blipFill>
          <a:blip xmlns:r="http://schemas.openxmlformats.org/officeDocument/2006/relationships" xmlns:a="http://schemas.openxmlformats.org/drawingml/2006/main" r:embed="R1edc6fbd9f1b481c"/>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62" name="Google Shape;47;p11">
            <a:extLst xmlns:a="http://schemas.openxmlformats.org/drawingml/2006/main">
              <a:ext uri="{FF2B5EF4-FFF2-40B4-BE49-F238E27FC236}">
                <a16:creationId xmlns:a16="http://schemas.microsoft.com/office/drawing/2014/main" id="{7A224DB5-5BDA-4C73-876B-DA0096DA69BC}"/>
              </a:ext>
            </a:extLst>
          </p:cNvPr>
          <p:cNvPicPr>
            <a:picLocks xmlns:a="http://schemas.openxmlformats.org/drawingml/2006/main" noChangeAspect="1"/>
          </p:cNvPicPr>
          <p:nvPr/>
        </p:nvPicPr>
        <p:blipFill>
          <a:blip xmlns:r="http://schemas.openxmlformats.org/officeDocument/2006/relationships" xmlns:a="http://schemas.openxmlformats.org/drawingml/2006/main" r:embed="R1edc6fbd9f1b481c"/>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63" name="Google Shape;48;p11">
            <a:extLst xmlns:a="http://schemas.openxmlformats.org/drawingml/2006/main">
              <a:ext uri="{FF2B5EF4-FFF2-40B4-BE49-F238E27FC236}">
                <a16:creationId xmlns:a16="http://schemas.microsoft.com/office/drawing/2014/main" id="{6A16B75C-26AF-46EC-A274-F862C209E241}"/>
              </a:ext>
            </a:extLst>
          </p:cNvPr>
          <p:cNvPicPr>
            <a:picLocks xmlns:a="http://schemas.openxmlformats.org/drawingml/2006/main" noChangeAspect="1"/>
          </p:cNvPicPr>
          <p:nvPr/>
        </p:nvPicPr>
        <p:blipFill>
          <a:blip xmlns:r="http://schemas.openxmlformats.org/officeDocument/2006/relationships" xmlns:a="http://schemas.openxmlformats.org/drawingml/2006/main" r:embed="R9ab8e4e0073a45c5"/>
          <a:srcRect xmlns:a="http://schemas.openxmlformats.org/drawingml/2006/main" l="0" t="0" r="0" b="17006"/>
          <a:stretch xmlns:a="http://schemas.openxmlformats.org/drawingml/2006/main"/>
        </p:blipFill>
        <p:spPr>
          <a:xfrm xmlns:a="http://schemas.openxmlformats.org/drawingml/2006/main">
            <a:off x="8499600" y="4852080"/>
            <a:ext cx="529200" cy="184680"/>
          </a:xfrm>
          <a:prstGeom xmlns:a="http://schemas.openxmlformats.org/drawingml/2006/main" prst="rect">
            <a:avLst/>
          </a:prstGeom>
          <a:ln xmlns:a="http://schemas.openxmlformats.org/drawingml/2006/main" w="0">
            <a:noFill/>
          </a:ln>
        </p:spPr>
      </p:pic>
      <p:sp>
        <p:nvSpPr>
          <p:cNvPr id="51" name="PlaceHolder 1">
            <a:extLst xmlns:a="http://schemas.openxmlformats.org/drawingml/2006/main">
              <a:ext uri="{FF2B5EF4-FFF2-40B4-BE49-F238E27FC236}">
                <a16:creationId xmlns:a16="http://schemas.microsoft.com/office/drawing/2014/main" id="{1A8604F8-D2F5-4F14-B9A9-99EED6CA8F2E}"/>
              </a:ext>
            </a:extLst>
          </p:cNvPr>
          <p:cNvSpPr>
            <a:spLocks xmlns:a="http://schemas.openxmlformats.org/drawingml/2006/main" noGrp="1"/>
          </p:cNvSpPr>
          <p:nvPr>
            <p:ph type="title" idx="0"/>
          </p:nvPr>
        </p:nvSpPr>
        <p:spPr>
          <a:xfrm xmlns:a="http://schemas.openxmlformats.org/drawingml/2006/main">
            <a:off x="3069720" y="1784160"/>
            <a:ext cx="5384880" cy="614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100000"/>
              </a:lnSpc>
              <a:buNone/>
              <a:tabLst>
                <a:tab pos="0" algn="l"/>
              </a:tabLst>
              <a:defRPr sz="2800" b="0" u="none">
                <a:solidFill>
                  <a:srgbClr val="203C36"/>
                </a:solidFill>
                <a:latin typeface="Roboto Mono Light"/>
                <a:ea typeface="Roboto Mono Light"/>
                <a:cs typeface="Roboto Mono Light"/>
              </a:defRPr>
            </a:lvl1pPr>
          </a:lstStyle>
          <a:p xmlns:a="http://schemas.openxmlformats.org/drawingml/2006/main">
            <a:pPr indent="0" algn="l">
              <a:lnSpc>
                <a:spcPct val="100000"/>
              </a:lnSpc>
              <a:buNone/>
              <a:tabLst>
                <a:tab pos="0" algn="l"/>
              </a:tabLst>
            </a:pPr>
            <a:r>
              <a:rPr sz="2800" b="0" u="none">
                <a:solidFill>
                  <a:srgbClr val="203C36"/>
                </a:solidFill>
                <a:latin typeface="Roboto Mono Light"/>
                <a:ea typeface="Roboto Mono Light"/>
                <a:cs typeface="Roboto Mono Light"/>
              </a:rPr>
              <a:t>Click to add title</a:t>
            </a:r>
            <a:endParaRPr sz="2800" b="0" u="none">
              <a:solidFill>
                <a:srgbClr val="203C36"/>
              </a:solidFill>
              <a:latin typeface="Roboto Mono Light"/>
              <a:ea typeface="Roboto Mono Light"/>
              <a:cs typeface="Roboto Mono Light"/>
            </a:endParaRPr>
          </a:p>
        </p:txBody>
      </p:sp>
      <p:sp>
        <p:nvSpPr>
          <p:cNvPr id="52" name="PlaceHolder 2">
            <a:extLst xmlns:a="http://schemas.openxmlformats.org/drawingml/2006/main">
              <a:ext uri="{FF2B5EF4-FFF2-40B4-BE49-F238E27FC236}">
                <a16:creationId xmlns:a16="http://schemas.microsoft.com/office/drawing/2014/main" id="{66667D06-4425-48F9-A3CD-F2F71A0E80D9}"/>
              </a:ext>
            </a:extLst>
          </p:cNvPr>
          <p:cNvSpPr>
            <a:spLocks xmlns:a="http://schemas.openxmlformats.org/drawingml/2006/main" noGrp="1"/>
          </p:cNvSpPr>
          <p:nvPr>
            <p:ph type="body" idx="0"/>
          </p:nvPr>
        </p:nvSpPr>
        <p:spPr>
          <a:xfrm xmlns:a="http://schemas.openxmlformats.org/drawingml/2006/main">
            <a:off x="3069720" y="2490480"/>
            <a:ext cx="5327640" cy="1443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000" lnSpcReduction="19999"/>
          </a:bodyPr>
          <a:lstStyle xmlns:a="http://schemas.openxmlformats.org/drawingml/2006/main">
            <a:lvl1pPr algn="l">
              <a:lnSpc>
                <a:spcPct val="100000"/>
              </a:lnSpc>
              <a:spcBef>
                <a:spcPts val="1417"/>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lnSpc>
                <a:spcPct val="100000"/>
              </a:lnSpc>
              <a:spcBef>
                <a:spcPts val="1134"/>
              </a:spcBef>
              <a:buClr>
                <a:srgbClr val="203C36"/>
              </a:buClr>
              <a:buFont typeface="Roboto Mono Light"/>
              <a:buChar char="●"/>
              <a:defRPr sz="1600" b="0" u="none">
                <a:solidFill>
                  <a:srgbClr val="203C36"/>
                </a:solidFill>
                <a:latin typeface="Roboto Mono Light"/>
                <a:ea typeface="Roboto Mono Light"/>
                <a:cs typeface="Roboto Mono Light"/>
              </a:defRPr>
            </a:lvl2pPr>
            <a:lvl3pPr algn="l">
              <a:lnSpc>
                <a:spcPct val="100000"/>
              </a:lnSpc>
              <a:spcBef>
                <a:spcPts val="850"/>
              </a:spcBef>
              <a:buClr>
                <a:srgbClr val="203C36"/>
              </a:buClr>
              <a:buFont typeface="Roboto Mono Light"/>
              <a:buChar char="●"/>
              <a:defRPr sz="1400" b="0" u="none">
                <a:solidFill>
                  <a:srgbClr val="203C36"/>
                </a:solidFill>
                <a:latin typeface="Roboto Mono Light"/>
                <a:ea typeface="Roboto Mono Light"/>
                <a:cs typeface="Roboto Mono Light"/>
              </a:defRPr>
            </a:lvl3pPr>
            <a:lvl4pPr algn="l">
              <a:lnSpc>
                <a:spcPct val="100000"/>
              </a:lnSpc>
              <a:spcBef>
                <a:spcPts val="567"/>
              </a:spcBef>
              <a:buClr>
                <a:srgbClr val="203C36"/>
              </a:buClr>
              <a:buFont typeface="Roboto Mono Light"/>
              <a:buChar char="●"/>
              <a:defRPr sz="1400" b="0" u="none">
                <a:solidFill>
                  <a:srgbClr val="203C36"/>
                </a:solidFill>
                <a:latin typeface="Roboto Mono Light"/>
                <a:ea typeface="Roboto Mono Light"/>
                <a:cs typeface="Roboto Mono Light"/>
              </a:defRPr>
            </a:lvl4pPr>
            <a:lvl5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5pPr>
            <a:lvl6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6pPr>
            <a:lvl7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7pPr>
          </a:lstStyle>
          <a:p xmlns:a="http://schemas.openxmlformats.org/drawingml/2006/main">
            <a:pPr marL="432000" indent="-324000" algn="l">
              <a:lnSpc>
                <a:spcPct val="100000"/>
              </a:lnSpc>
              <a:spcBef>
                <a:spcPts val="1417"/>
              </a:spcBef>
              <a:buClr>
                <a:srgbClr val="203C36"/>
              </a:buClr>
              <a:buFont typeface="Roboto Mono Light"/>
              <a:buChar char="●"/>
            </a:pPr>
            <a:r>
              <a:rPr sz="1800" b="0" u="none">
                <a:solidFill>
                  <a:srgbClr val="203C36"/>
                </a:solidFill>
                <a:latin typeface="Roboto Mono Light"/>
                <a:ea typeface="Roboto Mono Light"/>
                <a:cs typeface="Roboto Mono Light"/>
              </a:rPr>
              <a:t>Click to add text</a:t>
            </a:r>
            <a:endParaRPr sz="1800" b="0" u="none">
              <a:solidFill>
                <a:srgbClr val="203C36"/>
              </a:solidFill>
              <a:latin typeface="Roboto Mono Light"/>
              <a:ea typeface="Roboto Mono Light"/>
              <a:cs typeface="Roboto Mono Light"/>
            </a:endParaRPr>
          </a:p>
          <a:p xmlns:a="http://schemas.openxmlformats.org/drawingml/2006/main">
            <a:pPr marL="864000" lvl="1" indent="-324000" algn="l">
              <a:lnSpc>
                <a:spcPct val="100000"/>
              </a:lnSpc>
              <a:spcBef>
                <a:spcPts val="1134"/>
              </a:spcBef>
              <a:buClr>
                <a:srgbClr val="203C36"/>
              </a:buClr>
              <a:buFont typeface="Roboto Mono Light"/>
              <a:buChar char="●"/>
            </a:pPr>
            <a:r>
              <a:rPr sz="1600" b="0" u="none">
                <a:solidFill>
                  <a:srgbClr val="203C36"/>
                </a:solidFill>
                <a:latin typeface="Roboto Mono Light"/>
                <a:ea typeface="Roboto Mono Light"/>
                <a:cs typeface="Roboto Mono Light"/>
              </a:rPr>
              <a:t>Second Outline Level</a:t>
            </a:r>
            <a:endParaRPr sz="1600" b="0" u="none">
              <a:solidFill>
                <a:srgbClr val="203C36"/>
              </a:solidFill>
              <a:latin typeface="Roboto Mono Light"/>
              <a:ea typeface="Roboto Mono Light"/>
              <a:cs typeface="Roboto Mono Light"/>
            </a:endParaRPr>
          </a:p>
          <a:p xmlns:a="http://schemas.openxmlformats.org/drawingml/2006/main">
            <a:pPr marL="1296000" lvl="2" indent="-288000" algn="l">
              <a:lnSpc>
                <a:spcPct val="100000"/>
              </a:lnSpc>
              <a:spcBef>
                <a:spcPts val="850"/>
              </a:spcBef>
              <a:buClr>
                <a:srgbClr val="203C36"/>
              </a:buClr>
              <a:buFont typeface="Roboto Mono Light"/>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728000" lvl="3" indent="-216000" algn="l">
              <a:lnSpc>
                <a:spcPct val="100000"/>
              </a:lnSpc>
              <a:spcBef>
                <a:spcPts val="567"/>
              </a:spcBef>
              <a:buClr>
                <a:srgbClr val="203C36"/>
              </a:buClr>
              <a:buFont typeface="Roboto Mono Light"/>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160000" lvl="4"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Fifth Outline Level</a:t>
            </a:r>
            <a:endParaRPr sz="1400" b="0" u="none">
              <a:solidFill>
                <a:srgbClr val="203C36"/>
              </a:solidFill>
              <a:latin typeface="Roboto Mono Light"/>
              <a:ea typeface="Roboto Mono Light"/>
              <a:cs typeface="Roboto Mono Light"/>
            </a:endParaRPr>
          </a:p>
          <a:p xmlns:a="http://schemas.openxmlformats.org/drawingml/2006/main">
            <a:pPr marL="2592000" lvl="5"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Sixth Outline Level</a:t>
            </a:r>
            <a:endParaRPr sz="1400" b="0" u="none">
              <a:solidFill>
                <a:srgbClr val="203C36"/>
              </a:solidFill>
              <a:latin typeface="Roboto Mono Light"/>
              <a:ea typeface="Roboto Mono Light"/>
              <a:cs typeface="Roboto Mono Light"/>
            </a:endParaRPr>
          </a:p>
          <a:p xmlns:a="http://schemas.openxmlformats.org/drawingml/2006/main">
            <a:pPr marL="3024000" lvl="6"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Seventh Outline Level</a:t>
            </a:r>
            <a:endParaRPr sz="1400" b="0" u="none">
              <a:solidFill>
                <a:srgbClr val="203C36"/>
              </a:solidFill>
              <a:latin typeface="Roboto Mono Light"/>
              <a:ea typeface="Roboto Mono Light"/>
              <a:cs typeface="Roboto Mono Light"/>
            </a:endParaRPr>
          </a:p>
        </p:txBody>
      </p:sp>
      <p:sp>
        <p:nvSpPr>
          <p:cNvPr id="53" name="PlaceHolder 3">
            <a:extLst xmlns:a="http://schemas.openxmlformats.org/drawingml/2006/main">
              <a:ext uri="{FF2B5EF4-FFF2-40B4-BE49-F238E27FC236}">
                <a16:creationId xmlns:a16="http://schemas.microsoft.com/office/drawing/2014/main" id="{D7F8EDF2-E9D7-46ED-8143-6FA9B4E16657}"/>
              </a:ext>
            </a:extLst>
          </p:cNvPr>
          <p:cNvSpPr>
            <a:spLocks xmlns:a="http://schemas.openxmlformats.org/drawingml/2006/main" noGrp="1"/>
          </p:cNvSpPr>
          <p:nvPr>
            <p:ph type="body" idx="0"/>
          </p:nvPr>
        </p:nvSpPr>
        <p:spPr>
          <a:xfrm xmlns:a="http://schemas.openxmlformats.org/drawingml/2006/main">
            <a:off x="780120" y="1774440"/>
            <a:ext cx="1879920" cy="1868040"/>
          </a:xfrm>
          <a:prstGeom xmlns:a="http://schemas.openxmlformats.org/drawingml/2006/main" prst="rect">
            <a:avLst/>
          </a:prstGeom>
          <a:noFill xmlns:a="http://schemas.openxmlformats.org/drawingml/2006/main"/>
          <a:ln xmlns:a="http://schemas.openxmlformats.org/drawingml/2006/main" w="9360">
            <a:solidFill>
              <a:srgbClr val="E6E7E8"/>
            </a:solidFill>
          </a:ln>
        </p:spPr>
        <p:txBody>
          <a:bodyPr xmlns:a="http://schemas.openxmlformats.org/drawingml/2006/main" lIns="90000" tIns="45000" rIns="90000" bIns="45000" anchor="ctr">
            <a:noAutofit/>
          </a:bodyPr>
          <a:lstStyle xmlns:a="http://schemas.openxmlformats.org/drawingml/2006/main">
            <a:lvl1pPr indent="0" algn="ctr">
              <a:lnSpc>
                <a:spcPct val="100000"/>
              </a:lnSpc>
              <a:buNone/>
              <a:defRPr sz="1200" b="0" u="none">
                <a:solidFill>
                  <a:srgbClr val="203C36"/>
                </a:solidFill>
                <a:latin typeface="Roboto Mono Light"/>
                <a:ea typeface="Roboto Mono Light"/>
                <a:cs typeface="Roboto Mono Light"/>
              </a:defRPr>
            </a:lvl1pPr>
          </a:lstStyle>
          <a:p xmlns:a="http://schemas.openxmlformats.org/drawingml/2006/main">
            <a:pPr indent="0" algn="ctr">
              <a:lnSpc>
                <a:spcPct val="100000"/>
              </a:lnSpc>
              <a:buNone/>
            </a:pPr>
            <a:r>
              <a:rPr sz="1200" b="0" u="none">
                <a:solidFill>
                  <a:srgbClr val="203C36"/>
                </a:solidFill>
                <a:latin typeface="Roboto Mono Light"/>
                <a:ea typeface="Roboto Mono Light"/>
                <a:cs typeface="Roboto Mono Light"/>
              </a:rPr>
              <a:t>Click icon to add your photo</a:t>
            </a:r>
            <a:endParaRPr sz="1200" b="0" u="none">
              <a:solidFill>
                <a:srgbClr val="203C36"/>
              </a:solidFill>
              <a:latin typeface="Roboto Mono Light"/>
              <a:ea typeface="Roboto Mono Light"/>
              <a:cs typeface="Roboto Mono Light"/>
            </a:endParaRPr>
          </a:p>
        </p:txBody>
      </p:sp>
    </p:spTree>
  </p:cSld>
</p:sldLayout>
</file>

<file path=ppt/slideLayouts/slideLayout11.xml><?xml version="1.0" encoding="utf-8"?>
<p:sldLayout xmlns:p="http://schemas.openxmlformats.org/presentationml/2006/main" type="blank" preserve="1">
  <p:cSld name="CUSTOM_3_1">
    <p:bg>
      <p:bgPr>
        <a:solidFill xmlns:a="http://schemas.openxmlformats.org/drawingml/2006/main">
          <a:srgbClr val="E3E4DC"/>
        </a:solidFill>
      </p:bgPr>
    </p:bg>
    <p:spTree>
      <p:nvGrpSpPr>
        <p:cNvPr id="1" name=""/>
        <p:cNvGrpSpPr/>
        <p:nvPr/>
      </p:nvGrpSpPr>
      <p:grpSpPr>
        <a:xfrm xmlns:a="http://schemas.openxmlformats.org/drawingml/2006/main"/>
      </p:grpSpPr>
      <p:pic>
        <p:nvPicPr>
          <p:cNvPr id="4" name="Google Shape;6;p1">
            <a:extLst xmlns:a="http://schemas.openxmlformats.org/drawingml/2006/main">
              <a:ext uri="{FF2B5EF4-FFF2-40B4-BE49-F238E27FC236}">
                <a16:creationId xmlns:a16="http://schemas.microsoft.com/office/drawing/2014/main" id="{1D523502-FE16-4A91-A912-66043B8AE64C}"/>
              </a:ext>
            </a:extLst>
          </p:cNvPr>
          <p:cNvPicPr>
            <a:picLocks xmlns:a="http://schemas.openxmlformats.org/drawingml/2006/main" noChangeAspect="1"/>
          </p:cNvPicPr>
          <p:nvPr/>
        </p:nvPicPr>
        <p:blipFill>
          <a:blip xmlns:r="http://schemas.openxmlformats.org/officeDocument/2006/relationships" xmlns:a="http://schemas.openxmlformats.org/drawingml/2006/main" r:embed="Rd63f2868db5d4f71"/>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5" name="Google Shape;7;p1">
            <a:extLst xmlns:a="http://schemas.openxmlformats.org/drawingml/2006/main">
              <a:ext uri="{FF2B5EF4-FFF2-40B4-BE49-F238E27FC236}">
                <a16:creationId xmlns:a16="http://schemas.microsoft.com/office/drawing/2014/main" id="{ED51D9AF-0BA7-46DC-A37B-5E7857CFC6DC}"/>
              </a:ext>
            </a:extLst>
          </p:cNvPr>
          <p:cNvPicPr>
            <a:picLocks xmlns:a="http://schemas.openxmlformats.org/drawingml/2006/main" noChangeAspect="1"/>
          </p:cNvPicPr>
          <p:nvPr/>
        </p:nvPicPr>
        <p:blipFill>
          <a:blip xmlns:r="http://schemas.openxmlformats.org/officeDocument/2006/relationships" xmlns:a="http://schemas.openxmlformats.org/drawingml/2006/main" r:embed="R898379a0977e40de"/>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 name="Google Shape;50;p12">
            <a:extLst xmlns:a="http://schemas.openxmlformats.org/drawingml/2006/main">
              <a:ext uri="{FF2B5EF4-FFF2-40B4-BE49-F238E27FC236}">
                <a16:creationId xmlns:a16="http://schemas.microsoft.com/office/drawing/2014/main" id="{4860FF4C-0E19-48CE-A369-45070B46B3F9}"/>
              </a:ext>
            </a:extLst>
          </p:cNvPr>
          <p:cNvPicPr>
            <a:picLocks xmlns:a="http://schemas.openxmlformats.org/drawingml/2006/main" noChangeAspect="1"/>
          </p:cNvPicPr>
          <p:nvPr/>
        </p:nvPicPr>
        <p:blipFill>
          <a:blip xmlns:r="http://schemas.openxmlformats.org/officeDocument/2006/relationships" xmlns:a="http://schemas.openxmlformats.org/drawingml/2006/main" r:embed="R5c1b380083494e00"/>
          <a:srcRect xmlns:a="http://schemas.openxmlformats.org/drawingml/2006/main" l="0" t="0" r="0" b="18728"/>
          <a:stretch xmlns:a="http://schemas.openxmlformats.org/drawingml/2006/main"/>
        </p:blipFill>
        <p:spPr>
          <a:xfrm xmlns:a="http://schemas.openxmlformats.org/drawingml/2006/main">
            <a:off x="8499600" y="4847400"/>
            <a:ext cx="529200" cy="181800"/>
          </a:xfrm>
          <a:prstGeom xmlns:a="http://schemas.openxmlformats.org/drawingml/2006/main" prst="rect">
            <a:avLst/>
          </a:prstGeom>
          <a:ln xmlns:a="http://schemas.openxmlformats.org/drawingml/2006/main" w="0">
            <a:noFill/>
          </a:ln>
        </p:spPr>
      </p:pic>
    </p:spTree>
  </p:cSld>
</p:sldLayout>
</file>

<file path=ppt/slideLayouts/slideLayout12.xml><?xml version="1.0" encoding="utf-8"?>
<p:sldLayout xmlns:p="http://schemas.openxmlformats.org/presentationml/2006/main" type="blank" preserve="1">
  <p:cSld name="CUSTOM_3_1_2">
    <p:bg>
      <p:bgPr>
        <a:solidFill xmlns:a="http://schemas.openxmlformats.org/drawingml/2006/main">
          <a:srgbClr val="E3E4DC"/>
        </a:solidFill>
      </p:bgPr>
    </p:bg>
    <p:spTree>
      <p:nvGrpSpPr>
        <p:cNvPr id="1" name=""/>
        <p:cNvGrpSpPr/>
        <p:nvPr/>
      </p:nvGrpSpPr>
      <p:grpSpPr>
        <a:xfrm xmlns:a="http://schemas.openxmlformats.org/drawingml/2006/main"/>
      </p:grpSpPr>
      <p:pic>
        <p:nvPicPr>
          <p:cNvPr id="4" name="Google Shape;6;p1">
            <a:extLst xmlns:a="http://schemas.openxmlformats.org/drawingml/2006/main">
              <a:ext uri="{FF2B5EF4-FFF2-40B4-BE49-F238E27FC236}">
                <a16:creationId xmlns:a16="http://schemas.microsoft.com/office/drawing/2014/main" id="{52FA8203-17B3-4615-A01C-05656B4FAD03}"/>
              </a:ext>
            </a:extLst>
          </p:cNvPr>
          <p:cNvPicPr>
            <a:picLocks xmlns:a="http://schemas.openxmlformats.org/drawingml/2006/main" noChangeAspect="1"/>
          </p:cNvPicPr>
          <p:nvPr/>
        </p:nvPicPr>
        <p:blipFill>
          <a:blip xmlns:r="http://schemas.openxmlformats.org/officeDocument/2006/relationships" xmlns:a="http://schemas.openxmlformats.org/drawingml/2006/main" r:embed="R3a931b90d7404db5"/>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5" name="Google Shape;7;p1">
            <a:extLst xmlns:a="http://schemas.openxmlformats.org/drawingml/2006/main">
              <a:ext uri="{FF2B5EF4-FFF2-40B4-BE49-F238E27FC236}">
                <a16:creationId xmlns:a16="http://schemas.microsoft.com/office/drawing/2014/main" id="{77AD9915-6E9C-4148-A985-C6E6C21CA921}"/>
              </a:ext>
            </a:extLst>
          </p:cNvPr>
          <p:cNvPicPr>
            <a:picLocks xmlns:a="http://schemas.openxmlformats.org/drawingml/2006/main" noChangeAspect="1"/>
          </p:cNvPicPr>
          <p:nvPr/>
        </p:nvPicPr>
        <p:blipFill>
          <a:blip xmlns:r="http://schemas.openxmlformats.org/officeDocument/2006/relationships" xmlns:a="http://schemas.openxmlformats.org/drawingml/2006/main" r:embed="R4d4f9bf7e0ba4d5a"/>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 name="Google Shape;52;p13">
            <a:extLst xmlns:a="http://schemas.openxmlformats.org/drawingml/2006/main">
              <a:ext uri="{FF2B5EF4-FFF2-40B4-BE49-F238E27FC236}">
                <a16:creationId xmlns:a16="http://schemas.microsoft.com/office/drawing/2014/main" id="{1B1857BA-1BBD-40C8-A467-A44B27C4C6EF}"/>
              </a:ext>
            </a:extLst>
          </p:cNvPr>
          <p:cNvPicPr>
            <a:picLocks xmlns:a="http://schemas.openxmlformats.org/drawingml/2006/main" noChangeAspect="1"/>
          </p:cNvPicPr>
          <p:nvPr/>
        </p:nvPicPr>
        <p:blipFill>
          <a:blip xmlns:r="http://schemas.openxmlformats.org/officeDocument/2006/relationships" xmlns:a="http://schemas.openxmlformats.org/drawingml/2006/main" r:embed="Re6d80ddce56f4b8b"/>
          <a:srcRect xmlns:a="http://schemas.openxmlformats.org/drawingml/2006/main" l="0" t="0" r="0" b="18728"/>
          <a:stretch xmlns:a="http://schemas.openxmlformats.org/drawingml/2006/main"/>
        </p:blipFill>
        <p:spPr>
          <a:xfrm xmlns:a="http://schemas.openxmlformats.org/drawingml/2006/main">
            <a:off x="8499600" y="4847400"/>
            <a:ext cx="529200" cy="181800"/>
          </a:xfrm>
          <a:prstGeom xmlns:a="http://schemas.openxmlformats.org/drawingml/2006/main" prst="rect">
            <a:avLst/>
          </a:prstGeom>
          <a:ln xmlns:a="http://schemas.openxmlformats.org/drawingml/2006/main" w="0">
            <a:noFill/>
          </a:ln>
        </p:spPr>
      </p:pic>
    </p:spTree>
  </p:cSld>
</p:sldLayout>
</file>

<file path=ppt/slideLayouts/slideLayout13.xml><?xml version="1.0" encoding="utf-8"?>
<p:sldLayout xmlns:p="http://schemas.openxmlformats.org/presentationml/2006/main" type="blank" preserve="1">
  <p:cSld name="TITLE_1_2_1_2">
    <p:bg>
      <p:bgPr>
        <a:solidFill xmlns:a="http://schemas.openxmlformats.org/drawingml/2006/main">
          <a:srgbClr val="E3E4DC"/>
        </a:solidFill>
      </p:bgPr>
    </p:bg>
    <p:spTree>
      <p:nvGrpSpPr>
        <p:cNvPr id="1" name=""/>
        <p:cNvGrpSpPr/>
        <p:nvPr/>
      </p:nvGrpSpPr>
      <p:grpSpPr>
        <a:xfrm xmlns:a="http://schemas.openxmlformats.org/drawingml/2006/main"/>
      </p:grpSpPr>
      <p:pic>
        <p:nvPicPr>
          <p:cNvPr id="4" name="Google Shape;6;p1">
            <a:extLst xmlns:a="http://schemas.openxmlformats.org/drawingml/2006/main">
              <a:ext uri="{FF2B5EF4-FFF2-40B4-BE49-F238E27FC236}">
                <a16:creationId xmlns:a16="http://schemas.microsoft.com/office/drawing/2014/main" id="{3E4B0792-4903-4AEE-8287-D616B91345D7}"/>
              </a:ext>
            </a:extLst>
          </p:cNvPr>
          <p:cNvPicPr>
            <a:picLocks xmlns:a="http://schemas.openxmlformats.org/drawingml/2006/main" noChangeAspect="1"/>
          </p:cNvPicPr>
          <p:nvPr/>
        </p:nvPicPr>
        <p:blipFill>
          <a:blip xmlns:r="http://schemas.openxmlformats.org/officeDocument/2006/relationships" xmlns:a="http://schemas.openxmlformats.org/drawingml/2006/main" r:embed="R6778f774998f426e"/>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5" name="Google Shape;7;p1">
            <a:extLst xmlns:a="http://schemas.openxmlformats.org/drawingml/2006/main">
              <a:ext uri="{FF2B5EF4-FFF2-40B4-BE49-F238E27FC236}">
                <a16:creationId xmlns:a16="http://schemas.microsoft.com/office/drawing/2014/main" id="{4138140A-DAFA-4D68-9AFE-E1BFA1B02A84}"/>
              </a:ext>
            </a:extLst>
          </p:cNvPr>
          <p:cNvPicPr>
            <a:picLocks xmlns:a="http://schemas.openxmlformats.org/drawingml/2006/main" noChangeAspect="1"/>
          </p:cNvPicPr>
          <p:nvPr/>
        </p:nvPicPr>
        <p:blipFill>
          <a:blip xmlns:r="http://schemas.openxmlformats.org/officeDocument/2006/relationships" xmlns:a="http://schemas.openxmlformats.org/drawingml/2006/main" r:embed="R927409c381394a81"/>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6" name="Google Shape;54;p14">
            <a:extLst xmlns:a="http://schemas.openxmlformats.org/drawingml/2006/main">
              <a:ext uri="{FF2B5EF4-FFF2-40B4-BE49-F238E27FC236}">
                <a16:creationId xmlns:a16="http://schemas.microsoft.com/office/drawing/2014/main" id="{BCF6FEB6-1A5F-4D90-93D9-00BE7927DEFC}"/>
              </a:ext>
            </a:extLst>
          </p:cNvPr>
          <p:cNvPicPr>
            <a:picLocks xmlns:a="http://schemas.openxmlformats.org/drawingml/2006/main" noChangeAspect="1"/>
          </p:cNvPicPr>
          <p:nvPr/>
        </p:nvPicPr>
        <p:blipFill>
          <a:blip xmlns:r="http://schemas.openxmlformats.org/officeDocument/2006/relationships" xmlns:a="http://schemas.openxmlformats.org/drawingml/2006/main" r:embed="R16da5bf34fa54d09"/>
          <a:stretch xmlns:a="http://schemas.openxmlformats.org/drawingml/2006/main"/>
        </p:blipFill>
        <p:spPr>
          <a:xfrm xmlns:a="http://schemas.openxmlformats.org/drawingml/2006/main">
            <a:off x="720" y="0"/>
            <a:ext cx="9141480" cy="5142960"/>
          </a:xfrm>
          <a:prstGeom xmlns:a="http://schemas.openxmlformats.org/drawingml/2006/main" prst="rect">
            <a:avLst/>
          </a:prstGeom>
          <a:ln xmlns:a="http://schemas.openxmlformats.org/drawingml/2006/main" w="0">
            <a:noFill/>
          </a:ln>
        </p:spPr>
      </p:pic>
    </p:spTree>
  </p:cSld>
</p:sldLayout>
</file>

<file path=ppt/slideLayouts/slideLayout14.xml><?xml version="1.0" encoding="utf-8"?>
<p:sldLayout xmlns:p="http://schemas.openxmlformats.org/presentationml/2006/main" type="title" preserve="1">
  <p:cSld name="Title Slide">
    <p:bg>
      <p:bgPr>
        <a:solidFill xmlns:a="http://schemas.openxmlformats.org/drawingml/2006/main">
          <a:srgbClr val="E3E4DC"/>
        </a:solidFill>
      </p:bgPr>
    </p:bg>
    <p:spTree>
      <p:nvGrpSpPr>
        <p:cNvPr id="1" name=""/>
        <p:cNvGrpSpPr/>
        <p:nvPr/>
      </p:nvGrpSpPr>
      <p:grpSpPr>
        <a:xfrm xmlns:a="http://schemas.openxmlformats.org/drawingml/2006/main"/>
      </p:grpSpPr>
      <p:pic>
        <p:nvPicPr>
          <p:cNvPr id="75" name="Google Shape;6;p1">
            <a:extLst xmlns:a="http://schemas.openxmlformats.org/drawingml/2006/main">
              <a:ext uri="{FF2B5EF4-FFF2-40B4-BE49-F238E27FC236}">
                <a16:creationId xmlns:a16="http://schemas.microsoft.com/office/drawing/2014/main" id="{B7AE2526-E3B6-4036-9123-F6522151949A}"/>
              </a:ext>
            </a:extLst>
          </p:cNvPr>
          <p:cNvPicPr>
            <a:picLocks xmlns:a="http://schemas.openxmlformats.org/drawingml/2006/main" noChangeAspect="1"/>
          </p:cNvPicPr>
          <p:nvPr/>
        </p:nvPicPr>
        <p:blipFill>
          <a:blip xmlns:r="http://schemas.openxmlformats.org/officeDocument/2006/relationships" xmlns:a="http://schemas.openxmlformats.org/drawingml/2006/main" r:embed="Rbb1e30945f43412d"/>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76" name="Google Shape;7;p1">
            <a:extLst xmlns:a="http://schemas.openxmlformats.org/drawingml/2006/main">
              <a:ext uri="{FF2B5EF4-FFF2-40B4-BE49-F238E27FC236}">
                <a16:creationId xmlns:a16="http://schemas.microsoft.com/office/drawing/2014/main" id="{D6385705-A98C-414C-BFAB-03EF56749FED}"/>
              </a:ext>
            </a:extLst>
          </p:cNvPr>
          <p:cNvPicPr>
            <a:picLocks xmlns:a="http://schemas.openxmlformats.org/drawingml/2006/main" noChangeAspect="1"/>
          </p:cNvPicPr>
          <p:nvPr/>
        </p:nvPicPr>
        <p:blipFill>
          <a:blip xmlns:r="http://schemas.openxmlformats.org/officeDocument/2006/relationships" xmlns:a="http://schemas.openxmlformats.org/drawingml/2006/main" r:embed="Rb90aeea4bbd24f1d"/>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77" name="Google Shape;56;p15">
            <a:extLst xmlns:a="http://schemas.openxmlformats.org/drawingml/2006/main">
              <a:ext uri="{FF2B5EF4-FFF2-40B4-BE49-F238E27FC236}">
                <a16:creationId xmlns:a16="http://schemas.microsoft.com/office/drawing/2014/main" id="{0D75EE87-90F2-49A5-98DE-97CC78635D2D}"/>
              </a:ext>
            </a:extLst>
          </p:cNvPr>
          <p:cNvPicPr>
            <a:picLocks xmlns:a="http://schemas.openxmlformats.org/drawingml/2006/main" noChangeAspect="1"/>
          </p:cNvPicPr>
          <p:nvPr/>
        </p:nvPicPr>
        <p:blipFill>
          <a:blip xmlns:r="http://schemas.openxmlformats.org/officeDocument/2006/relationships" xmlns:a="http://schemas.openxmlformats.org/drawingml/2006/main" r:embed="R58a2e486481640c0"/>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78" name="Google Shape;57;p15">
            <a:extLst xmlns:a="http://schemas.openxmlformats.org/drawingml/2006/main">
              <a:ext uri="{FF2B5EF4-FFF2-40B4-BE49-F238E27FC236}">
                <a16:creationId xmlns:a16="http://schemas.microsoft.com/office/drawing/2014/main" id="{BD7F2B40-EF7F-4F05-8A92-920C7152B72C}"/>
              </a:ext>
            </a:extLst>
          </p:cNvPr>
          <p:cNvPicPr>
            <a:picLocks xmlns:a="http://schemas.openxmlformats.org/drawingml/2006/main" noChangeAspect="1"/>
          </p:cNvPicPr>
          <p:nvPr/>
        </p:nvPicPr>
        <p:blipFill>
          <a:blip xmlns:r="http://schemas.openxmlformats.org/officeDocument/2006/relationships" xmlns:a="http://schemas.openxmlformats.org/drawingml/2006/main" r:embed="R58a2e486481640c0"/>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79" name="Google Shape;58;p15">
            <a:extLst xmlns:a="http://schemas.openxmlformats.org/drawingml/2006/main">
              <a:ext uri="{FF2B5EF4-FFF2-40B4-BE49-F238E27FC236}">
                <a16:creationId xmlns:a16="http://schemas.microsoft.com/office/drawing/2014/main" id="{18668564-E66A-4E52-8C49-740FD3B93A1A}"/>
              </a:ext>
            </a:extLst>
          </p:cNvPr>
          <p:cNvPicPr>
            <a:picLocks xmlns:a="http://schemas.openxmlformats.org/drawingml/2006/main" noChangeAspect="1"/>
          </p:cNvPicPr>
          <p:nvPr/>
        </p:nvPicPr>
        <p:blipFill>
          <a:blip xmlns:r="http://schemas.openxmlformats.org/officeDocument/2006/relationships" xmlns:a="http://schemas.openxmlformats.org/drawingml/2006/main" r:embed="R67ec459fcf1b4952"/>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
        <p:nvSpPr>
          <p:cNvPr id="68" name="PlaceHolder 1">
            <a:extLst xmlns:a="http://schemas.openxmlformats.org/drawingml/2006/main">
              <a:ext uri="{FF2B5EF4-FFF2-40B4-BE49-F238E27FC236}">
                <a16:creationId xmlns:a16="http://schemas.microsoft.com/office/drawing/2014/main" id="{5E639E80-B255-403B-8A75-E3D735CF9759}"/>
              </a:ext>
            </a:extLst>
          </p:cNvPr>
          <p:cNvSpPr>
            <a:spLocks xmlns:a="http://schemas.openxmlformats.org/drawingml/2006/main" noGrp="1"/>
          </p:cNvSpPr>
          <p:nvPr>
            <p:ph type="title" idx="0"/>
          </p:nvPr>
        </p:nvSpPr>
        <p:spPr>
          <a:xfrm xmlns:a="http://schemas.openxmlformats.org/drawingml/2006/main">
            <a:off x="457200" y="1884600"/>
            <a:ext cx="8228880" cy="858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a:bodyPr>
          <a:lstStyle xmlns:a="http://schemas.openxmlformats.org/drawingml/2006/main">
            <a:lvl1pPr indent="0" algn="ctr">
              <a:lnSpc>
                <a:spcPct val="100000"/>
              </a:lnSpc>
              <a:buNone/>
              <a:tabLst>
                <a:tab pos="0" algn="l"/>
              </a:tabLst>
              <a:defRPr sz="3200" b="0" u="none">
                <a:solidFill>
                  <a:srgbClr val="203C36"/>
                </a:solidFill>
                <a:latin typeface="Roboto Mono Light"/>
                <a:ea typeface="Roboto Mono Light"/>
                <a:cs typeface="Roboto Mono Light"/>
              </a:defRPr>
            </a:lvl1pPr>
          </a:lstStyle>
          <a:p xmlns:a="http://schemas.openxmlformats.org/drawingml/2006/main">
            <a:pPr indent="0" algn="ctr">
              <a:lnSpc>
                <a:spcPct val="100000"/>
              </a:lnSpc>
              <a:buNone/>
              <a:tabLst>
                <a:tab pos="0" algn="l"/>
              </a:tabLst>
            </a:pPr>
            <a:r>
              <a:rPr sz="3200" b="0" u="none">
                <a:solidFill>
                  <a:srgbClr val="203C36"/>
                </a:solidFill>
                <a:latin typeface="Roboto Mono Light"/>
                <a:ea typeface="Roboto Mono Light"/>
                <a:cs typeface="Roboto Mono Light"/>
              </a:rPr>
              <a:t>Click to add talk title</a:t>
            </a:r>
            <a:endParaRPr sz="3200" b="0" u="none">
              <a:solidFill>
                <a:srgbClr val="203C36"/>
              </a:solidFill>
              <a:latin typeface="Roboto Mono Light"/>
              <a:ea typeface="Roboto Mono Light"/>
              <a:cs typeface="Roboto Mono Light"/>
            </a:endParaRPr>
          </a:p>
        </p:txBody>
      </p:sp>
      <p:sp>
        <p:nvSpPr>
          <p:cNvPr id="69" name="PlaceHolder 2">
            <a:extLst xmlns:a="http://schemas.openxmlformats.org/drawingml/2006/main">
              <a:ext uri="{FF2B5EF4-FFF2-40B4-BE49-F238E27FC236}">
                <a16:creationId xmlns:a16="http://schemas.microsoft.com/office/drawing/2014/main" id="{8BE53234-FD51-4F2D-84B2-973A9CA96835}"/>
              </a:ext>
            </a:extLst>
          </p:cNvPr>
          <p:cNvSpPr>
            <a:spLocks xmlns:a="http://schemas.openxmlformats.org/drawingml/2006/main" noGrp="1"/>
          </p:cNvSpPr>
          <p:nvPr>
            <p:ph type="body" idx="0"/>
          </p:nvPr>
        </p:nvSpPr>
        <p:spPr>
          <a:xfrm xmlns:a="http://schemas.openxmlformats.org/drawingml/2006/main">
            <a:off x="457200" y="1203480"/>
            <a:ext cx="8229240" cy="298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601"/>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spcBef>
                <a:spcPts val="1134"/>
              </a:spcBef>
              <a:buClr>
                <a:srgbClr val="000000"/>
              </a:buClr>
              <a:buSzPct val="75000"/>
              <a:buFont typeface="Symbol"/>
              <a:buChar char=""/>
              <a:defRPr sz="1400" b="0" u="none">
                <a:solidFill>
                  <a:srgbClr val="203C36"/>
                </a:solidFill>
                <a:latin typeface="Roboto Mono Light"/>
                <a:ea typeface="Roboto Mono Light"/>
                <a:cs typeface="Roboto Mono Light"/>
              </a:defRPr>
            </a:lvl2pPr>
            <a:lvl3pPr algn="l">
              <a:spcBef>
                <a:spcPts val="850"/>
              </a:spcBef>
              <a:buClr>
                <a:srgbClr val="000000"/>
              </a:buClr>
              <a:buSzPct val="45000"/>
              <a:buFont typeface="Wingdings"/>
              <a:buChar char=""/>
              <a:defRPr sz="1400" b="0" u="none">
                <a:solidFill>
                  <a:srgbClr val="203C36"/>
                </a:solidFill>
                <a:latin typeface="Roboto Mono Light"/>
                <a:ea typeface="Roboto Mono Light"/>
                <a:cs typeface="Roboto Mono Light"/>
              </a:defRPr>
            </a:lvl3pPr>
            <a:lvl4pPr algn="l">
              <a:spcBef>
                <a:spcPts val="567"/>
              </a:spcBef>
              <a:buClr>
                <a:srgbClr val="000000"/>
              </a:buClr>
              <a:buSzPct val="75000"/>
              <a:buFont typeface="Symbol"/>
              <a:buChar char=""/>
              <a:defRPr sz="1400" b="0" u="none">
                <a:solidFill>
                  <a:srgbClr val="203C36"/>
                </a:solidFill>
                <a:latin typeface="Roboto Mono Light"/>
                <a:ea typeface="Roboto Mono Light"/>
                <a:cs typeface="Roboto Mono Light"/>
              </a:defRPr>
            </a:lvl4pPr>
            <a:lvl5pPr algn="l">
              <a:spcBef>
                <a:spcPts val="283"/>
              </a:spcBef>
              <a:buClr>
                <a:srgbClr val="000000"/>
              </a:buClr>
              <a:buSzPct val="45000"/>
              <a:buFont typeface="Wingdings"/>
              <a:buChar char=""/>
              <a:defRPr sz="2000" b="0" u="none">
                <a:solidFill>
                  <a:srgbClr val="203C36"/>
                </a:solidFill>
                <a:latin typeface="Roboto Mono Light"/>
                <a:ea typeface="Roboto Mono Light"/>
                <a:cs typeface="Roboto Mono Light"/>
              </a:defRPr>
            </a:lvl5pPr>
            <a:lvl6pPr algn="l">
              <a:spcBef>
                <a:spcPts val="283"/>
              </a:spcBef>
              <a:buClr>
                <a:srgbClr val="000000"/>
              </a:buClr>
              <a:buSzPct val="45000"/>
              <a:buFont typeface="Wingdings"/>
              <a:buChar char=""/>
              <a:defRPr sz="2000" b="0" u="none">
                <a:solidFill>
                  <a:srgbClr val="203C36"/>
                </a:solidFill>
                <a:latin typeface="Roboto Mono Light"/>
                <a:ea typeface="Roboto Mono Light"/>
                <a:cs typeface="Roboto Mono Light"/>
              </a:defRPr>
            </a:lvl6pPr>
            <a:lvl7pPr algn="l">
              <a:spcBef>
                <a:spcPts val="283"/>
              </a:spcBef>
              <a:buClr>
                <a:srgbClr val="000000"/>
              </a:buClr>
              <a:buSzPct val="45000"/>
              <a:buFont typeface="Wingdings"/>
              <a:buChar char=""/>
              <a:defRPr sz="2000" b="0" u="none">
                <a:solidFill>
                  <a:srgbClr val="203C36"/>
                </a:solidFill>
                <a:latin typeface="Roboto Mono Light"/>
                <a:ea typeface="Roboto Mono Light"/>
                <a:cs typeface="Roboto Mono Light"/>
              </a:defRPr>
            </a:lvl7pPr>
          </a:lstStyle>
          <a:p xmlns:a="http://schemas.openxmlformats.org/drawingml/2006/main">
            <a:pPr marL="343080" indent="-285840" algn="l">
              <a:spcBef>
                <a:spcPts val="601"/>
              </a:spcBef>
              <a:buClr>
                <a:srgbClr val="203C36"/>
              </a:buClr>
              <a:buFont typeface="Roboto Mono Light"/>
              <a:buChar char="●"/>
            </a:pPr>
            <a:r>
              <a:rPr sz="1800" b="0" u="none">
                <a:solidFill>
                  <a:srgbClr val="203C36"/>
                </a:solidFill>
                <a:latin typeface="Roboto Mono Light"/>
                <a:ea typeface="Roboto Mono Light"/>
                <a:cs typeface="Roboto Mono Light"/>
              </a:rPr>
              <a:t>Click to edit the outline text format</a:t>
            </a:r>
            <a:endParaRPr sz="1800" b="0" u="none">
              <a:solidFill>
                <a:srgbClr val="203C36"/>
              </a:solidFill>
              <a:latin typeface="Roboto Mono Light"/>
              <a:ea typeface="Roboto Mono Light"/>
              <a:cs typeface="Roboto Mono Light"/>
            </a:endParaRPr>
          </a:p>
          <a:p xmlns:a="http://schemas.openxmlformats.org/drawingml/2006/main">
            <a:pPr marL="864000" lvl="1" indent="-324000" algn="l">
              <a:spcBef>
                <a:spcPts val="1134"/>
              </a:spcBef>
              <a:buClr>
                <a:srgbClr val="000000"/>
              </a:buClr>
              <a:buSzPct val="75000"/>
              <a:buFont typeface="Symbol"/>
              <a:buChar char=""/>
            </a:pPr>
            <a:r>
              <a:rPr sz="1400" b="0" u="none">
                <a:solidFill>
                  <a:srgbClr val="203C36"/>
                </a:solidFill>
                <a:latin typeface="Roboto Mono Light"/>
                <a:ea typeface="Roboto Mono Light"/>
                <a:cs typeface="Roboto Mono Light"/>
              </a:rPr>
              <a:t>Second Outline Level</a:t>
            </a:r>
            <a:endParaRPr sz="1400" b="0" u="none">
              <a:solidFill>
                <a:srgbClr val="203C36"/>
              </a:solidFill>
              <a:latin typeface="Roboto Mono Light"/>
              <a:ea typeface="Roboto Mono Light"/>
              <a:cs typeface="Roboto Mono Light"/>
            </a:endParaRPr>
          </a:p>
          <a:p xmlns:a="http://schemas.openxmlformats.org/drawingml/2006/main">
            <a:pPr marL="1296000" lvl="2" indent="-288000" algn="l">
              <a:spcBef>
                <a:spcPts val="850"/>
              </a:spcBef>
              <a:buClr>
                <a:srgbClr val="000000"/>
              </a:buClr>
              <a:buSzPct val="45000"/>
              <a:buFont typeface="Wingdings"/>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728000" lvl="3" indent="-216000" algn="l">
              <a:spcBef>
                <a:spcPts val="567"/>
              </a:spcBef>
              <a:buClr>
                <a:srgbClr val="000000"/>
              </a:buClr>
              <a:buSzPct val="75000"/>
              <a:buFont typeface="Symbol"/>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160000" lvl="4" indent="-216000" algn="l">
              <a:spcBef>
                <a:spcPts val="283"/>
              </a:spcBef>
              <a:buClr>
                <a:srgbClr val="000000"/>
              </a:buClr>
              <a:buSzPct val="45000"/>
              <a:buFont typeface="Wingdings"/>
              <a:buChar char=""/>
            </a:pPr>
            <a:r>
              <a:rPr sz="2000" b="0" u="none">
                <a:solidFill>
                  <a:srgbClr val="203C36"/>
                </a:solidFill>
                <a:latin typeface="Roboto Mono Light"/>
                <a:ea typeface="Roboto Mono Light"/>
                <a:cs typeface="Roboto Mono Light"/>
              </a:rPr>
              <a:t>Fifth Outline Level</a:t>
            </a:r>
            <a:endParaRPr sz="2000" b="0" u="none">
              <a:solidFill>
                <a:srgbClr val="203C36"/>
              </a:solidFill>
              <a:latin typeface="Roboto Mono Light"/>
              <a:ea typeface="Roboto Mono Light"/>
              <a:cs typeface="Roboto Mono Light"/>
            </a:endParaRPr>
          </a:p>
          <a:p xmlns:a="http://schemas.openxmlformats.org/drawingml/2006/main">
            <a:pPr marL="2592000" lvl="5" indent="-216000" algn="l">
              <a:spcBef>
                <a:spcPts val="283"/>
              </a:spcBef>
              <a:buClr>
                <a:srgbClr val="000000"/>
              </a:buClr>
              <a:buSzPct val="45000"/>
              <a:buFont typeface="Wingdings"/>
              <a:buChar char=""/>
            </a:pPr>
            <a:r>
              <a:rPr sz="2000" b="0" u="none">
                <a:solidFill>
                  <a:srgbClr val="203C36"/>
                </a:solidFill>
                <a:latin typeface="Roboto Mono Light"/>
                <a:ea typeface="Roboto Mono Light"/>
                <a:cs typeface="Roboto Mono Light"/>
              </a:rPr>
              <a:t>Sixth Outline Level</a:t>
            </a:r>
            <a:endParaRPr sz="2000" b="0" u="none">
              <a:solidFill>
                <a:srgbClr val="203C36"/>
              </a:solidFill>
              <a:latin typeface="Roboto Mono Light"/>
              <a:ea typeface="Roboto Mono Light"/>
              <a:cs typeface="Roboto Mono Light"/>
            </a:endParaRPr>
          </a:p>
          <a:p xmlns:a="http://schemas.openxmlformats.org/drawingml/2006/main">
            <a:pPr marL="3024000" lvl="6" indent="-216000" algn="l">
              <a:spcBef>
                <a:spcPts val="283"/>
              </a:spcBef>
              <a:buClr>
                <a:srgbClr val="000000"/>
              </a:buClr>
              <a:buSzPct val="45000"/>
              <a:buFont typeface="Wingdings"/>
              <a:buChar char=""/>
            </a:pPr>
            <a:r>
              <a:rPr sz="2000" b="0" u="none">
                <a:solidFill>
                  <a:srgbClr val="203C36"/>
                </a:solidFill>
                <a:latin typeface="Roboto Mono Light"/>
                <a:ea typeface="Roboto Mono Light"/>
                <a:cs typeface="Roboto Mono Light"/>
              </a:rPr>
              <a:t>Seventh Outline Level</a:t>
            </a:r>
            <a:endParaRPr sz="2000" b="0" u="none">
              <a:solidFill>
                <a:srgbClr val="203C36"/>
              </a:solidFill>
              <a:latin typeface="Roboto Mono Light"/>
              <a:ea typeface="Roboto Mono Light"/>
              <a:cs typeface="Roboto Mono Light"/>
            </a:endParaRPr>
          </a:p>
        </p:txBody>
      </p:sp>
    </p:spTree>
  </p:cSld>
</p:sldLayout>
</file>

<file path=ppt/slideLayouts/slideLayout15.xml><?xml version="1.0" encoding="utf-8"?>
<p:sldLayout xmlns:p="http://schemas.openxmlformats.org/presentationml/2006/main" type="title" preserve="1">
  <p:cSld name="Title and Content">
    <p:bg>
      <p:bgPr>
        <a:solidFill xmlns:a="http://schemas.openxmlformats.org/drawingml/2006/main">
          <a:srgbClr val="E3E4DC"/>
        </a:solidFill>
      </p:bgPr>
    </p:bg>
    <p:spTree>
      <p:nvGrpSpPr>
        <p:cNvPr id="1" name=""/>
        <p:cNvGrpSpPr/>
        <p:nvPr/>
      </p:nvGrpSpPr>
      <p:grpSpPr>
        <a:xfrm xmlns:a="http://schemas.openxmlformats.org/drawingml/2006/main"/>
      </p:grpSpPr>
      <p:pic>
        <p:nvPicPr>
          <p:cNvPr id="82" name="Google Shape;6;p1">
            <a:extLst xmlns:a="http://schemas.openxmlformats.org/drawingml/2006/main">
              <a:ext uri="{FF2B5EF4-FFF2-40B4-BE49-F238E27FC236}">
                <a16:creationId xmlns:a16="http://schemas.microsoft.com/office/drawing/2014/main" id="{8DC316DC-4B8A-44B9-B8AB-2DF40A684B57}"/>
              </a:ext>
            </a:extLst>
          </p:cNvPr>
          <p:cNvPicPr>
            <a:picLocks xmlns:a="http://schemas.openxmlformats.org/drawingml/2006/main" noChangeAspect="1"/>
          </p:cNvPicPr>
          <p:nvPr/>
        </p:nvPicPr>
        <p:blipFill>
          <a:blip xmlns:r="http://schemas.openxmlformats.org/officeDocument/2006/relationships" xmlns:a="http://schemas.openxmlformats.org/drawingml/2006/main" r:embed="R82a8c692ab454050"/>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83" name="Google Shape;7;p1">
            <a:extLst xmlns:a="http://schemas.openxmlformats.org/drawingml/2006/main">
              <a:ext uri="{FF2B5EF4-FFF2-40B4-BE49-F238E27FC236}">
                <a16:creationId xmlns:a16="http://schemas.microsoft.com/office/drawing/2014/main" id="{EA4BA8B4-F69D-4601-B276-41987C8627C2}"/>
              </a:ext>
            </a:extLst>
          </p:cNvPr>
          <p:cNvPicPr>
            <a:picLocks xmlns:a="http://schemas.openxmlformats.org/drawingml/2006/main" noChangeAspect="1"/>
          </p:cNvPicPr>
          <p:nvPr/>
        </p:nvPicPr>
        <p:blipFill>
          <a:blip xmlns:r="http://schemas.openxmlformats.org/officeDocument/2006/relationships" xmlns:a="http://schemas.openxmlformats.org/drawingml/2006/main" r:embed="Ra0b27ada39ba4bb8"/>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84" name="Google Shape;56;p15">
            <a:extLst xmlns:a="http://schemas.openxmlformats.org/drawingml/2006/main">
              <a:ext uri="{FF2B5EF4-FFF2-40B4-BE49-F238E27FC236}">
                <a16:creationId xmlns:a16="http://schemas.microsoft.com/office/drawing/2014/main" id="{8885C579-00AF-42B8-8866-4BCDFEB2A4C5}"/>
              </a:ext>
            </a:extLst>
          </p:cNvPr>
          <p:cNvPicPr>
            <a:picLocks xmlns:a="http://schemas.openxmlformats.org/drawingml/2006/main" noChangeAspect="1"/>
          </p:cNvPicPr>
          <p:nvPr/>
        </p:nvPicPr>
        <p:blipFill>
          <a:blip xmlns:r="http://schemas.openxmlformats.org/officeDocument/2006/relationships" xmlns:a="http://schemas.openxmlformats.org/drawingml/2006/main" r:embed="Ra1b175a21f9f4ab5"/>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85" name="Google Shape;57;p15">
            <a:extLst xmlns:a="http://schemas.openxmlformats.org/drawingml/2006/main">
              <a:ext uri="{FF2B5EF4-FFF2-40B4-BE49-F238E27FC236}">
                <a16:creationId xmlns:a16="http://schemas.microsoft.com/office/drawing/2014/main" id="{08DF8AE3-AF1E-49AE-B61C-71DA82434E20}"/>
              </a:ext>
            </a:extLst>
          </p:cNvPr>
          <p:cNvPicPr>
            <a:picLocks xmlns:a="http://schemas.openxmlformats.org/drawingml/2006/main" noChangeAspect="1"/>
          </p:cNvPicPr>
          <p:nvPr/>
        </p:nvPicPr>
        <p:blipFill>
          <a:blip xmlns:r="http://schemas.openxmlformats.org/officeDocument/2006/relationships" xmlns:a="http://schemas.openxmlformats.org/drawingml/2006/main" r:embed="Ra1b175a21f9f4ab5"/>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86" name="Google Shape;58;p15">
            <a:extLst xmlns:a="http://schemas.openxmlformats.org/drawingml/2006/main">
              <a:ext uri="{FF2B5EF4-FFF2-40B4-BE49-F238E27FC236}">
                <a16:creationId xmlns:a16="http://schemas.microsoft.com/office/drawing/2014/main" id="{649C7120-F1AC-4C3E-9D63-779586A3D94D}"/>
              </a:ext>
            </a:extLst>
          </p:cNvPr>
          <p:cNvPicPr>
            <a:picLocks xmlns:a="http://schemas.openxmlformats.org/drawingml/2006/main" noChangeAspect="1"/>
          </p:cNvPicPr>
          <p:nvPr/>
        </p:nvPicPr>
        <p:blipFill>
          <a:blip xmlns:r="http://schemas.openxmlformats.org/officeDocument/2006/relationships" xmlns:a="http://schemas.openxmlformats.org/drawingml/2006/main" r:embed="R13db096eeacf43c2"/>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
        <p:nvSpPr>
          <p:cNvPr id="75" name="PlaceHolder 1">
            <a:extLst xmlns:a="http://schemas.openxmlformats.org/drawingml/2006/main">
              <a:ext uri="{FF2B5EF4-FFF2-40B4-BE49-F238E27FC236}">
                <a16:creationId xmlns:a16="http://schemas.microsoft.com/office/drawing/2014/main" id="{E375FFED-6B73-40CD-A0EB-77E23188FF28}"/>
              </a:ext>
            </a:extLst>
          </p:cNvPr>
          <p:cNvSpPr>
            <a:spLocks xmlns:a="http://schemas.openxmlformats.org/drawingml/2006/main" noGrp="1"/>
          </p:cNvSpPr>
          <p:nvPr>
            <p:ph type="title" idx="0"/>
          </p:nvPr>
        </p:nvSpPr>
        <p:spPr>
          <a:xfrm xmlns:a="http://schemas.openxmlformats.org/drawingml/2006/main">
            <a:off x="457200" y="1005840"/>
            <a:ext cx="8228880" cy="63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100000"/>
              </a:lnSpc>
              <a:buNone/>
              <a:tabLst>
                <a:tab pos="0" algn="l"/>
              </a:tabLst>
              <a:defRPr sz="2800" b="0" u="none">
                <a:solidFill>
                  <a:srgbClr val="203C36"/>
                </a:solidFill>
                <a:latin typeface="Roboto Mono Light"/>
                <a:ea typeface="Roboto Mono Light"/>
                <a:cs typeface="Roboto Mono Light"/>
              </a:defRPr>
            </a:lvl1pPr>
          </a:lstStyle>
          <a:p xmlns:a="http://schemas.openxmlformats.org/drawingml/2006/main">
            <a:pPr indent="0" algn="l">
              <a:lnSpc>
                <a:spcPct val="100000"/>
              </a:lnSpc>
              <a:buNone/>
              <a:tabLst>
                <a:tab pos="0" algn="l"/>
              </a:tabLst>
            </a:pPr>
            <a:r>
              <a:rPr sz="2800" b="0" u="none">
                <a:solidFill>
                  <a:srgbClr val="203C36"/>
                </a:solidFill>
                <a:latin typeface="Roboto Mono Light"/>
                <a:ea typeface="Roboto Mono Light"/>
                <a:cs typeface="Roboto Mono Light"/>
              </a:rPr>
              <a:t>Click to add title</a:t>
            </a:r>
            <a:endParaRPr sz="2800" b="0" u="none">
              <a:solidFill>
                <a:srgbClr val="203C36"/>
              </a:solidFill>
              <a:latin typeface="Roboto Mono Light"/>
              <a:ea typeface="Roboto Mono Light"/>
              <a:cs typeface="Roboto Mono Light"/>
            </a:endParaRPr>
          </a:p>
        </p:txBody>
      </p:sp>
      <p:sp>
        <p:nvSpPr>
          <p:cNvPr id="76" name="PlaceHolder 2">
            <a:extLst xmlns:a="http://schemas.openxmlformats.org/drawingml/2006/main">
              <a:ext uri="{FF2B5EF4-FFF2-40B4-BE49-F238E27FC236}">
                <a16:creationId xmlns:a16="http://schemas.microsoft.com/office/drawing/2014/main" id="{E690E30C-2BF0-429D-A239-0C266FD2CA8B}"/>
              </a:ext>
            </a:extLst>
          </p:cNvPr>
          <p:cNvSpPr>
            <a:spLocks xmlns:a="http://schemas.openxmlformats.org/drawingml/2006/main" noGrp="1"/>
          </p:cNvSpPr>
          <p:nvPr>
            <p:ph type="body" idx="0"/>
          </p:nvPr>
        </p:nvSpPr>
        <p:spPr>
          <a:xfrm xmlns:a="http://schemas.openxmlformats.org/drawingml/2006/main">
            <a:off x="457200" y="1783080"/>
            <a:ext cx="8228880" cy="292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lnSpc>
                <a:spcPct val="100000"/>
              </a:lnSpc>
              <a:spcBef>
                <a:spcPts val="1417"/>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lnSpc>
                <a:spcPct val="100000"/>
              </a:lnSpc>
              <a:spcBef>
                <a:spcPts val="1134"/>
              </a:spcBef>
              <a:buClr>
                <a:srgbClr val="203C36"/>
              </a:buClr>
              <a:buFont typeface="Roboto Mono Light"/>
              <a:buChar char="●"/>
              <a:defRPr sz="1600" b="0" u="none">
                <a:solidFill>
                  <a:srgbClr val="203C36"/>
                </a:solidFill>
                <a:latin typeface="Roboto Mono Light"/>
                <a:ea typeface="Roboto Mono Light"/>
                <a:cs typeface="Roboto Mono Light"/>
              </a:defRPr>
            </a:lvl2pPr>
            <a:lvl3pPr algn="l">
              <a:lnSpc>
                <a:spcPct val="100000"/>
              </a:lnSpc>
              <a:spcBef>
                <a:spcPts val="850"/>
              </a:spcBef>
              <a:buClr>
                <a:srgbClr val="203C36"/>
              </a:buClr>
              <a:buFont typeface="Roboto Mono Light"/>
              <a:buChar char="●"/>
              <a:defRPr sz="1400" b="0" u="none">
                <a:solidFill>
                  <a:srgbClr val="203C36"/>
                </a:solidFill>
                <a:latin typeface="Roboto Mono Light"/>
                <a:ea typeface="Roboto Mono Light"/>
                <a:cs typeface="Roboto Mono Light"/>
              </a:defRPr>
            </a:lvl3pPr>
            <a:lvl4pPr algn="l">
              <a:lnSpc>
                <a:spcPct val="100000"/>
              </a:lnSpc>
              <a:spcBef>
                <a:spcPts val="567"/>
              </a:spcBef>
              <a:buClr>
                <a:srgbClr val="203C36"/>
              </a:buClr>
              <a:buFont typeface="Roboto Mono Light"/>
              <a:buChar char="●"/>
              <a:defRPr sz="1400" b="0" u="none">
                <a:solidFill>
                  <a:srgbClr val="203C36"/>
                </a:solidFill>
                <a:latin typeface="Roboto Mono Light"/>
                <a:ea typeface="Roboto Mono Light"/>
                <a:cs typeface="Roboto Mono Light"/>
              </a:defRPr>
            </a:lvl4pPr>
            <a:lvl5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5pPr>
            <a:lvl6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6pPr>
            <a:lvl7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7pPr>
          </a:lstStyle>
          <a:p xmlns:a="http://schemas.openxmlformats.org/drawingml/2006/main">
            <a:pPr marL="432000" indent="-324000" algn="l">
              <a:lnSpc>
                <a:spcPct val="100000"/>
              </a:lnSpc>
              <a:spcBef>
                <a:spcPts val="1417"/>
              </a:spcBef>
              <a:buClr>
                <a:srgbClr val="203C36"/>
              </a:buClr>
              <a:buFont typeface="Roboto Mono Light"/>
              <a:buChar char="●"/>
            </a:pPr>
            <a:r>
              <a:rPr sz="1800" b="0" u="none">
                <a:solidFill>
                  <a:srgbClr val="203C36"/>
                </a:solidFill>
                <a:latin typeface="Roboto Mono Light"/>
                <a:ea typeface="Roboto Mono Light"/>
                <a:cs typeface="Roboto Mono Light"/>
              </a:rPr>
              <a:t>Click to add text</a:t>
            </a:r>
            <a:endParaRPr sz="1800" b="0" u="none">
              <a:solidFill>
                <a:srgbClr val="203C36"/>
              </a:solidFill>
              <a:latin typeface="Roboto Mono Light"/>
              <a:ea typeface="Roboto Mono Light"/>
              <a:cs typeface="Roboto Mono Light"/>
            </a:endParaRPr>
          </a:p>
          <a:p xmlns:a="http://schemas.openxmlformats.org/drawingml/2006/main">
            <a:pPr marL="864000" lvl="1" indent="-324000" algn="l">
              <a:lnSpc>
                <a:spcPct val="100000"/>
              </a:lnSpc>
              <a:spcBef>
                <a:spcPts val="1134"/>
              </a:spcBef>
              <a:buClr>
                <a:srgbClr val="203C36"/>
              </a:buClr>
              <a:buFont typeface="Roboto Mono Light"/>
              <a:buChar char="●"/>
            </a:pPr>
            <a:r>
              <a:rPr sz="1600" b="0" u="none">
                <a:solidFill>
                  <a:srgbClr val="203C36"/>
                </a:solidFill>
                <a:latin typeface="Roboto Mono Light"/>
                <a:ea typeface="Roboto Mono Light"/>
                <a:cs typeface="Roboto Mono Light"/>
              </a:rPr>
              <a:t>Second Outline Level</a:t>
            </a:r>
            <a:endParaRPr sz="1600" b="0" u="none">
              <a:solidFill>
                <a:srgbClr val="203C36"/>
              </a:solidFill>
              <a:latin typeface="Roboto Mono Light"/>
              <a:ea typeface="Roboto Mono Light"/>
              <a:cs typeface="Roboto Mono Light"/>
            </a:endParaRPr>
          </a:p>
          <a:p xmlns:a="http://schemas.openxmlformats.org/drawingml/2006/main">
            <a:pPr marL="1296000" lvl="2" indent="-288000" algn="l">
              <a:lnSpc>
                <a:spcPct val="100000"/>
              </a:lnSpc>
              <a:spcBef>
                <a:spcPts val="850"/>
              </a:spcBef>
              <a:buClr>
                <a:srgbClr val="203C36"/>
              </a:buClr>
              <a:buFont typeface="Roboto Mono Light"/>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728000" lvl="3" indent="-216000" algn="l">
              <a:lnSpc>
                <a:spcPct val="100000"/>
              </a:lnSpc>
              <a:spcBef>
                <a:spcPts val="567"/>
              </a:spcBef>
              <a:buClr>
                <a:srgbClr val="203C36"/>
              </a:buClr>
              <a:buFont typeface="Roboto Mono Light"/>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160000" lvl="4"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Fifth Outline Level</a:t>
            </a:r>
            <a:endParaRPr sz="1400" b="0" u="none">
              <a:solidFill>
                <a:srgbClr val="203C36"/>
              </a:solidFill>
              <a:latin typeface="Roboto Mono Light"/>
              <a:ea typeface="Roboto Mono Light"/>
              <a:cs typeface="Roboto Mono Light"/>
            </a:endParaRPr>
          </a:p>
          <a:p xmlns:a="http://schemas.openxmlformats.org/drawingml/2006/main">
            <a:pPr marL="2592000" lvl="5"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Sixth Outline Level</a:t>
            </a:r>
            <a:endParaRPr sz="1400" b="0" u="none">
              <a:solidFill>
                <a:srgbClr val="203C36"/>
              </a:solidFill>
              <a:latin typeface="Roboto Mono Light"/>
              <a:ea typeface="Roboto Mono Light"/>
              <a:cs typeface="Roboto Mono Light"/>
            </a:endParaRPr>
          </a:p>
          <a:p xmlns:a="http://schemas.openxmlformats.org/drawingml/2006/main">
            <a:pPr marL="3024000" lvl="6"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Seventh Outline Level</a:t>
            </a:r>
            <a:endParaRPr sz="1400" b="0" u="none">
              <a:solidFill>
                <a:srgbClr val="203C36"/>
              </a:solidFill>
              <a:latin typeface="Roboto Mono Light"/>
              <a:ea typeface="Roboto Mono Light"/>
              <a:cs typeface="Roboto Mono Light"/>
            </a:endParaRPr>
          </a:p>
        </p:txBody>
      </p:sp>
    </p:spTree>
  </p:cSld>
</p:sldLayout>
</file>

<file path=ppt/slideLayouts/slideLayout16.xml><?xml version="1.0" encoding="utf-8"?>
<p:sldLayout xmlns:p="http://schemas.openxmlformats.org/presentationml/2006/main" preserve="1">
  <p:cSld name="Title and Content">
    <p:bg>
      <p:bgPr>
        <a:solidFill xmlns:a="http://schemas.openxmlformats.org/drawingml/2006/main">
          <a:srgbClr val="E3E4DC"/>
        </a:solidFill>
      </p:bgPr>
    </p:bg>
    <p:spTree>
      <p:nvGrpSpPr>
        <p:cNvPr id="1" name=""/>
        <p:cNvGrpSpPr/>
        <p:nvPr/>
      </p:nvGrpSpPr>
      <p:grpSpPr>
        <a:xfrm xmlns:a="http://schemas.openxmlformats.org/drawingml/2006/main"/>
      </p:grpSpPr>
      <p:pic>
        <p:nvPicPr>
          <p:cNvPr id="89" name="Google Shape;6;p1">
            <a:extLst xmlns:a="http://schemas.openxmlformats.org/drawingml/2006/main">
              <a:ext uri="{FF2B5EF4-FFF2-40B4-BE49-F238E27FC236}">
                <a16:creationId xmlns:a16="http://schemas.microsoft.com/office/drawing/2014/main" id="{75079EB9-0BF3-43F3-B1EA-4442402C2DB0}"/>
              </a:ext>
            </a:extLst>
          </p:cNvPr>
          <p:cNvPicPr>
            <a:picLocks xmlns:a="http://schemas.openxmlformats.org/drawingml/2006/main" noChangeAspect="1"/>
          </p:cNvPicPr>
          <p:nvPr/>
        </p:nvPicPr>
        <p:blipFill>
          <a:blip xmlns:r="http://schemas.openxmlformats.org/officeDocument/2006/relationships" xmlns:a="http://schemas.openxmlformats.org/drawingml/2006/main" r:embed="R98d62e29110c482a"/>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90" name="Google Shape;7;p1">
            <a:extLst xmlns:a="http://schemas.openxmlformats.org/drawingml/2006/main">
              <a:ext uri="{FF2B5EF4-FFF2-40B4-BE49-F238E27FC236}">
                <a16:creationId xmlns:a16="http://schemas.microsoft.com/office/drawing/2014/main" id="{1E6BFA27-895C-4B7F-AD75-2F551BA2F83B}"/>
              </a:ext>
            </a:extLst>
          </p:cNvPr>
          <p:cNvPicPr>
            <a:picLocks xmlns:a="http://schemas.openxmlformats.org/drawingml/2006/main" noChangeAspect="1"/>
          </p:cNvPicPr>
          <p:nvPr/>
        </p:nvPicPr>
        <p:blipFill>
          <a:blip xmlns:r="http://schemas.openxmlformats.org/officeDocument/2006/relationships" xmlns:a="http://schemas.openxmlformats.org/drawingml/2006/main" r:embed="Rd66bec1ee1a34948"/>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91" name="Google Shape;56;p15">
            <a:extLst xmlns:a="http://schemas.openxmlformats.org/drawingml/2006/main">
              <a:ext uri="{FF2B5EF4-FFF2-40B4-BE49-F238E27FC236}">
                <a16:creationId xmlns:a16="http://schemas.microsoft.com/office/drawing/2014/main" id="{6FC1B8EF-7D38-426F-A332-0A9CC2C32ED6}"/>
              </a:ext>
            </a:extLst>
          </p:cNvPr>
          <p:cNvPicPr>
            <a:picLocks xmlns:a="http://schemas.openxmlformats.org/drawingml/2006/main" noChangeAspect="1"/>
          </p:cNvPicPr>
          <p:nvPr/>
        </p:nvPicPr>
        <p:blipFill>
          <a:blip xmlns:r="http://schemas.openxmlformats.org/officeDocument/2006/relationships" xmlns:a="http://schemas.openxmlformats.org/drawingml/2006/main" r:embed="R36704cb105d346fd"/>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92" name="Google Shape;57;p15">
            <a:extLst xmlns:a="http://schemas.openxmlformats.org/drawingml/2006/main">
              <a:ext uri="{FF2B5EF4-FFF2-40B4-BE49-F238E27FC236}">
                <a16:creationId xmlns:a16="http://schemas.microsoft.com/office/drawing/2014/main" id="{15F7D1B9-CEB9-404B-8984-15A07DDA77DD}"/>
              </a:ext>
            </a:extLst>
          </p:cNvPr>
          <p:cNvPicPr>
            <a:picLocks xmlns:a="http://schemas.openxmlformats.org/drawingml/2006/main" noChangeAspect="1"/>
          </p:cNvPicPr>
          <p:nvPr/>
        </p:nvPicPr>
        <p:blipFill>
          <a:blip xmlns:r="http://schemas.openxmlformats.org/officeDocument/2006/relationships" xmlns:a="http://schemas.openxmlformats.org/drawingml/2006/main" r:embed="R36704cb105d346fd"/>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93" name="Google Shape;58;p15">
            <a:extLst xmlns:a="http://schemas.openxmlformats.org/drawingml/2006/main">
              <a:ext uri="{FF2B5EF4-FFF2-40B4-BE49-F238E27FC236}">
                <a16:creationId xmlns:a16="http://schemas.microsoft.com/office/drawing/2014/main" id="{8F42DE47-BD0D-4973-B8EA-751052B7AF38}"/>
              </a:ext>
            </a:extLst>
          </p:cNvPr>
          <p:cNvPicPr>
            <a:picLocks xmlns:a="http://schemas.openxmlformats.org/drawingml/2006/main" noChangeAspect="1"/>
          </p:cNvPicPr>
          <p:nvPr/>
        </p:nvPicPr>
        <p:blipFill>
          <a:blip xmlns:r="http://schemas.openxmlformats.org/officeDocument/2006/relationships" xmlns:a="http://schemas.openxmlformats.org/drawingml/2006/main" r:embed="Rb83431dcaa4c4994"/>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
        <p:nvSpPr>
          <p:cNvPr id="82" name="PlaceHolder 1">
            <a:extLst xmlns:a="http://schemas.openxmlformats.org/drawingml/2006/main">
              <a:ext uri="{FF2B5EF4-FFF2-40B4-BE49-F238E27FC236}">
                <a16:creationId xmlns:a16="http://schemas.microsoft.com/office/drawing/2014/main" id="{CE6EB467-8743-4A7C-B4FF-F2CD8D62A6A4}"/>
              </a:ext>
            </a:extLst>
          </p:cNvPr>
          <p:cNvSpPr>
            <a:spLocks xmlns:a="http://schemas.openxmlformats.org/drawingml/2006/main" noGrp="1"/>
          </p:cNvSpPr>
          <p:nvPr>
            <p:ph type="title" idx="0"/>
          </p:nvPr>
        </p:nvSpPr>
        <p:spPr>
          <a:xfrm xmlns:a="http://schemas.openxmlformats.org/drawingml/2006/main">
            <a:off x="457200" y="1005840"/>
            <a:ext cx="8228880" cy="63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100000"/>
              </a:lnSpc>
              <a:buNone/>
              <a:tabLst>
                <a:tab pos="0" algn="l"/>
              </a:tabLst>
              <a:defRPr sz="2800" b="0" u="none">
                <a:solidFill>
                  <a:srgbClr val="203C36"/>
                </a:solidFill>
                <a:latin typeface="Roboto Mono Light"/>
                <a:ea typeface="Roboto Mono Light"/>
                <a:cs typeface="Roboto Mono Light"/>
              </a:defRPr>
            </a:lvl1pPr>
          </a:lstStyle>
          <a:p xmlns:a="http://schemas.openxmlformats.org/drawingml/2006/main">
            <a:pPr indent="0" algn="l">
              <a:lnSpc>
                <a:spcPct val="100000"/>
              </a:lnSpc>
              <a:buNone/>
              <a:tabLst>
                <a:tab pos="0" algn="l"/>
              </a:tabLst>
            </a:pPr>
            <a:r>
              <a:rPr sz="2800" b="0" u="none">
                <a:solidFill>
                  <a:srgbClr val="203C36"/>
                </a:solidFill>
                <a:latin typeface="Roboto Mono Light"/>
                <a:ea typeface="Roboto Mono Light"/>
                <a:cs typeface="Roboto Mono Light"/>
              </a:rPr>
              <a:t>Click to add title</a:t>
            </a:r>
            <a:endParaRPr sz="2800" b="0" u="none">
              <a:solidFill>
                <a:srgbClr val="203C36"/>
              </a:solidFill>
              <a:latin typeface="Roboto Mono Light"/>
              <a:ea typeface="Roboto Mono Light"/>
              <a:cs typeface="Roboto Mono Light"/>
            </a:endParaRPr>
          </a:p>
        </p:txBody>
      </p:sp>
      <p:sp>
        <p:nvSpPr>
          <p:cNvPr id="83" name="PlaceHolder 2">
            <a:extLst xmlns:a="http://schemas.openxmlformats.org/drawingml/2006/main">
              <a:ext uri="{FF2B5EF4-FFF2-40B4-BE49-F238E27FC236}">
                <a16:creationId xmlns:a16="http://schemas.microsoft.com/office/drawing/2014/main" id="{032E286A-8E6F-4F1C-AD4D-529829AD7E3A}"/>
              </a:ext>
            </a:extLst>
          </p:cNvPr>
          <p:cNvSpPr>
            <a:spLocks xmlns:a="http://schemas.openxmlformats.org/drawingml/2006/main" noGrp="1"/>
          </p:cNvSpPr>
          <p:nvPr>
            <p:ph type="body" idx="0"/>
          </p:nvPr>
        </p:nvSpPr>
        <p:spPr>
          <a:xfrm xmlns:a="http://schemas.openxmlformats.org/drawingml/2006/main">
            <a:off x="457200" y="1783080"/>
            <a:ext cx="8228880" cy="292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lnSpc>
                <a:spcPct val="100000"/>
              </a:lnSpc>
              <a:spcBef>
                <a:spcPts val="1417"/>
              </a:spcBef>
              <a:buClr>
                <a:srgbClr val="203C36"/>
              </a:buClr>
              <a:buFont typeface="Roboto Mono Light"/>
              <a:buChar char="●"/>
              <a:defRPr sz="1800" b="0" u="none">
                <a:solidFill>
                  <a:srgbClr val="203C36"/>
                </a:solidFill>
                <a:latin typeface="Roboto Mono Light"/>
                <a:ea typeface="Roboto Mono Light"/>
                <a:cs typeface="Roboto Mono Light"/>
              </a:defRPr>
            </a:lvl1pPr>
            <a:lvl2pPr algn="l">
              <a:lnSpc>
                <a:spcPct val="100000"/>
              </a:lnSpc>
              <a:spcBef>
                <a:spcPts val="1134"/>
              </a:spcBef>
              <a:buClr>
                <a:srgbClr val="203C36"/>
              </a:buClr>
              <a:buFont typeface="Roboto Mono Light"/>
              <a:buChar char="●"/>
              <a:defRPr sz="1600" b="0" u="none">
                <a:solidFill>
                  <a:srgbClr val="203C36"/>
                </a:solidFill>
                <a:latin typeface="Roboto Mono Light"/>
                <a:ea typeface="Roboto Mono Light"/>
                <a:cs typeface="Roboto Mono Light"/>
              </a:defRPr>
            </a:lvl2pPr>
            <a:lvl3pPr algn="l">
              <a:lnSpc>
                <a:spcPct val="100000"/>
              </a:lnSpc>
              <a:spcBef>
                <a:spcPts val="850"/>
              </a:spcBef>
              <a:buClr>
                <a:srgbClr val="203C36"/>
              </a:buClr>
              <a:buFont typeface="Roboto Mono Light"/>
              <a:buChar char="●"/>
              <a:defRPr sz="1400" b="0" u="none">
                <a:solidFill>
                  <a:srgbClr val="203C36"/>
                </a:solidFill>
                <a:latin typeface="Roboto Mono Light"/>
                <a:ea typeface="Roboto Mono Light"/>
                <a:cs typeface="Roboto Mono Light"/>
              </a:defRPr>
            </a:lvl3pPr>
            <a:lvl4pPr algn="l">
              <a:lnSpc>
                <a:spcPct val="100000"/>
              </a:lnSpc>
              <a:spcBef>
                <a:spcPts val="567"/>
              </a:spcBef>
              <a:buClr>
                <a:srgbClr val="203C36"/>
              </a:buClr>
              <a:buFont typeface="Roboto Mono Light"/>
              <a:buChar char="●"/>
              <a:defRPr sz="1400" b="0" u="none">
                <a:solidFill>
                  <a:srgbClr val="203C36"/>
                </a:solidFill>
                <a:latin typeface="Roboto Mono Light"/>
                <a:ea typeface="Roboto Mono Light"/>
                <a:cs typeface="Roboto Mono Light"/>
              </a:defRPr>
            </a:lvl4pPr>
            <a:lvl5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5pPr>
            <a:lvl6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6pPr>
            <a:lvl7pPr algn="l">
              <a:lnSpc>
                <a:spcPct val="100000"/>
              </a:lnSpc>
              <a:spcBef>
                <a:spcPts val="283"/>
              </a:spcBef>
              <a:buClr>
                <a:srgbClr val="203C36"/>
              </a:buClr>
              <a:buFont typeface="Roboto Mono Light"/>
              <a:buChar char="●"/>
              <a:defRPr sz="1400" b="0" u="none">
                <a:solidFill>
                  <a:srgbClr val="203C36"/>
                </a:solidFill>
                <a:latin typeface="Roboto Mono Light"/>
                <a:ea typeface="Roboto Mono Light"/>
                <a:cs typeface="Roboto Mono Light"/>
              </a:defRPr>
            </a:lvl7pPr>
          </a:lstStyle>
          <a:p xmlns:a="http://schemas.openxmlformats.org/drawingml/2006/main">
            <a:pPr marL="432000" indent="-324000" algn="l">
              <a:lnSpc>
                <a:spcPct val="100000"/>
              </a:lnSpc>
              <a:spcBef>
                <a:spcPts val="1417"/>
              </a:spcBef>
              <a:buClr>
                <a:srgbClr val="203C36"/>
              </a:buClr>
              <a:buFont typeface="Roboto Mono Light"/>
              <a:buChar char="●"/>
            </a:pPr>
            <a:r>
              <a:rPr sz="1800" b="0" u="none">
                <a:solidFill>
                  <a:srgbClr val="203C36"/>
                </a:solidFill>
                <a:latin typeface="Roboto Mono Light"/>
                <a:ea typeface="Roboto Mono Light"/>
                <a:cs typeface="Roboto Mono Light"/>
              </a:rPr>
              <a:t>Click to add text</a:t>
            </a:r>
            <a:endParaRPr sz="1800" b="0" u="none">
              <a:solidFill>
                <a:srgbClr val="203C36"/>
              </a:solidFill>
              <a:latin typeface="Roboto Mono Light"/>
              <a:ea typeface="Roboto Mono Light"/>
              <a:cs typeface="Roboto Mono Light"/>
            </a:endParaRPr>
          </a:p>
          <a:p xmlns:a="http://schemas.openxmlformats.org/drawingml/2006/main">
            <a:pPr marL="864000" lvl="1" indent="-324000" algn="l">
              <a:lnSpc>
                <a:spcPct val="100000"/>
              </a:lnSpc>
              <a:spcBef>
                <a:spcPts val="1134"/>
              </a:spcBef>
              <a:buClr>
                <a:srgbClr val="203C36"/>
              </a:buClr>
              <a:buFont typeface="Roboto Mono Light"/>
              <a:buChar char="●"/>
            </a:pPr>
            <a:r>
              <a:rPr sz="1600" b="0" u="none">
                <a:solidFill>
                  <a:srgbClr val="203C36"/>
                </a:solidFill>
                <a:latin typeface="Roboto Mono Light"/>
                <a:ea typeface="Roboto Mono Light"/>
                <a:cs typeface="Roboto Mono Light"/>
              </a:rPr>
              <a:t>Second Outline Level</a:t>
            </a:r>
            <a:endParaRPr sz="1600" b="0" u="none">
              <a:solidFill>
                <a:srgbClr val="203C36"/>
              </a:solidFill>
              <a:latin typeface="Roboto Mono Light"/>
              <a:ea typeface="Roboto Mono Light"/>
              <a:cs typeface="Roboto Mono Light"/>
            </a:endParaRPr>
          </a:p>
          <a:p xmlns:a="http://schemas.openxmlformats.org/drawingml/2006/main">
            <a:pPr marL="1296000" lvl="2" indent="-288000" algn="l">
              <a:lnSpc>
                <a:spcPct val="100000"/>
              </a:lnSpc>
              <a:spcBef>
                <a:spcPts val="850"/>
              </a:spcBef>
              <a:buClr>
                <a:srgbClr val="203C36"/>
              </a:buClr>
              <a:buFont typeface="Roboto Mono Light"/>
              <a:buChar char="●"/>
            </a:pPr>
            <a:r>
              <a:rPr sz="1400" b="0" u="none">
                <a:solidFill>
                  <a:srgbClr val="203C36"/>
                </a:solidFill>
                <a:latin typeface="Roboto Mono Light"/>
                <a:ea typeface="Roboto Mono Light"/>
                <a:cs typeface="Roboto Mono Light"/>
              </a:rPr>
              <a:t>Third Outline Level</a:t>
            </a:r>
            <a:endParaRPr sz="1400" b="0" u="none">
              <a:solidFill>
                <a:srgbClr val="203C36"/>
              </a:solidFill>
              <a:latin typeface="Roboto Mono Light"/>
              <a:ea typeface="Roboto Mono Light"/>
              <a:cs typeface="Roboto Mono Light"/>
            </a:endParaRPr>
          </a:p>
          <a:p xmlns:a="http://schemas.openxmlformats.org/drawingml/2006/main">
            <a:pPr marL="1728000" lvl="3" indent="-216000" algn="l">
              <a:lnSpc>
                <a:spcPct val="100000"/>
              </a:lnSpc>
              <a:spcBef>
                <a:spcPts val="567"/>
              </a:spcBef>
              <a:buClr>
                <a:srgbClr val="203C36"/>
              </a:buClr>
              <a:buFont typeface="Roboto Mono Light"/>
              <a:buChar char="●"/>
            </a:pPr>
            <a:r>
              <a:rPr sz="1400" b="0" u="none">
                <a:solidFill>
                  <a:srgbClr val="203C36"/>
                </a:solidFill>
                <a:latin typeface="Roboto Mono Light"/>
                <a:ea typeface="Roboto Mono Light"/>
                <a:cs typeface="Roboto Mono Light"/>
              </a:rPr>
              <a:t>Fourth Outline Level</a:t>
            </a:r>
            <a:endParaRPr sz="1400" b="0" u="none">
              <a:solidFill>
                <a:srgbClr val="203C36"/>
              </a:solidFill>
              <a:latin typeface="Roboto Mono Light"/>
              <a:ea typeface="Roboto Mono Light"/>
              <a:cs typeface="Roboto Mono Light"/>
            </a:endParaRPr>
          </a:p>
          <a:p xmlns:a="http://schemas.openxmlformats.org/drawingml/2006/main">
            <a:pPr marL="2160000" lvl="4"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Fifth Outline Level</a:t>
            </a:r>
            <a:endParaRPr sz="1400" b="0" u="none">
              <a:solidFill>
                <a:srgbClr val="203C36"/>
              </a:solidFill>
              <a:latin typeface="Roboto Mono Light"/>
              <a:ea typeface="Roboto Mono Light"/>
              <a:cs typeface="Roboto Mono Light"/>
            </a:endParaRPr>
          </a:p>
          <a:p xmlns:a="http://schemas.openxmlformats.org/drawingml/2006/main">
            <a:pPr marL="2592000" lvl="5"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Sixth Outline Level</a:t>
            </a:r>
            <a:endParaRPr sz="1400" b="0" u="none">
              <a:solidFill>
                <a:srgbClr val="203C36"/>
              </a:solidFill>
              <a:latin typeface="Roboto Mono Light"/>
              <a:ea typeface="Roboto Mono Light"/>
              <a:cs typeface="Roboto Mono Light"/>
            </a:endParaRPr>
          </a:p>
          <a:p xmlns:a="http://schemas.openxmlformats.org/drawingml/2006/main">
            <a:pPr marL="3024000" lvl="6" indent="-216000" algn="l">
              <a:lnSpc>
                <a:spcPct val="100000"/>
              </a:lnSpc>
              <a:spcBef>
                <a:spcPts val="283"/>
              </a:spcBef>
              <a:buClr>
                <a:srgbClr val="203C36"/>
              </a:buClr>
              <a:buFont typeface="Roboto Mono Light"/>
              <a:buChar char="●"/>
            </a:pPr>
            <a:r>
              <a:rPr sz="1400" b="0" u="none">
                <a:solidFill>
                  <a:srgbClr val="203C36"/>
                </a:solidFill>
                <a:latin typeface="Roboto Mono Light"/>
                <a:ea typeface="Roboto Mono Light"/>
                <a:cs typeface="Roboto Mono Light"/>
              </a:rPr>
              <a:t>Seventh Outline Level</a:t>
            </a:r>
            <a:endParaRPr sz="1400" b="0" u="none">
              <a:solidFill>
                <a:srgbClr val="203C36"/>
              </a:solidFill>
              <a:latin typeface="Roboto Mono Light"/>
              <a:ea typeface="Roboto Mono Light"/>
              <a:cs typeface="Roboto Mono Light"/>
            </a:endParaRPr>
          </a:p>
        </p:txBody>
      </p:sp>
    </p:spTree>
  </p:cSld>
</p:sldLayout>
</file>

<file path=ppt/slideLayouts/slideLayout17.xml><?xml version="1.0" encoding="utf-8"?>
<p:sldLayout xmlns:p="http://schemas.openxmlformats.org/presentationml/2006/main" type="blank" preserve="1">
  <p:cSld name="Section Header">
    <p:bg>
      <p:bgPr>
        <a:solidFill xmlns:a="http://schemas.openxmlformats.org/drawingml/2006/main">
          <a:srgbClr val="E3E4DC"/>
        </a:solidFill>
      </p:bgPr>
    </p:bg>
    <p:spTree>
      <p:nvGrpSpPr>
        <p:cNvPr id="1" name=""/>
        <p:cNvGrpSpPr/>
        <p:nvPr/>
      </p:nvGrpSpPr>
      <p:grpSpPr>
        <a:xfrm xmlns:a="http://schemas.openxmlformats.org/drawingml/2006/main"/>
      </p:grpSpPr>
      <p:pic>
        <p:nvPicPr>
          <p:cNvPr id="95" name="Google Shape;6;p1">
            <a:extLst xmlns:a="http://schemas.openxmlformats.org/drawingml/2006/main">
              <a:ext uri="{FF2B5EF4-FFF2-40B4-BE49-F238E27FC236}">
                <a16:creationId xmlns:a16="http://schemas.microsoft.com/office/drawing/2014/main" id="{F9AF502F-4A6F-4147-8B23-775FF9D32F38}"/>
              </a:ext>
            </a:extLst>
          </p:cNvPr>
          <p:cNvPicPr>
            <a:picLocks xmlns:a="http://schemas.openxmlformats.org/drawingml/2006/main" noChangeAspect="1"/>
          </p:cNvPicPr>
          <p:nvPr/>
        </p:nvPicPr>
        <p:blipFill>
          <a:blip xmlns:r="http://schemas.openxmlformats.org/officeDocument/2006/relationships" xmlns:a="http://schemas.openxmlformats.org/drawingml/2006/main" r:embed="Ra53a35123f7b4b46"/>
          <a:stretch xmlns:a="http://schemas.openxmlformats.org/drawingml/2006/main"/>
        </p:blipFill>
        <p:spPr>
          <a:xfrm xmlns:a="http://schemas.openxmlformats.org/drawingml/2006/main">
            <a:off x="0" y="0"/>
            <a:ext cx="9143280" cy="5142960"/>
          </a:xfrm>
          <a:prstGeom xmlns:a="http://schemas.openxmlformats.org/drawingml/2006/main" prst="rect">
            <a:avLst/>
          </a:prstGeom>
          <a:ln xmlns:a="http://schemas.openxmlformats.org/drawingml/2006/main" w="0">
            <a:noFill/>
          </a:ln>
        </p:spPr>
      </p:pic>
      <p:pic>
        <p:nvPicPr>
          <p:cNvPr id="96" name="Google Shape;7;p1">
            <a:extLst xmlns:a="http://schemas.openxmlformats.org/drawingml/2006/main">
              <a:ext uri="{FF2B5EF4-FFF2-40B4-BE49-F238E27FC236}">
                <a16:creationId xmlns:a16="http://schemas.microsoft.com/office/drawing/2014/main" id="{18CFBC9F-34CD-4745-B7AE-92CB83E68D20}"/>
              </a:ext>
            </a:extLst>
          </p:cNvPr>
          <p:cNvPicPr>
            <a:picLocks xmlns:a="http://schemas.openxmlformats.org/drawingml/2006/main" noChangeAspect="1"/>
          </p:cNvPicPr>
          <p:nvPr/>
        </p:nvPicPr>
        <p:blipFill>
          <a:blip xmlns:r="http://schemas.openxmlformats.org/officeDocument/2006/relationships" xmlns:a="http://schemas.openxmlformats.org/drawingml/2006/main" r:embed="Rd68a7fd4a1dd4268"/>
          <a:stretch xmlns:a="http://schemas.openxmlformats.org/drawingml/2006/main"/>
        </p:blipFill>
        <p:spPr>
          <a:xfrm xmlns:a="http://schemas.openxmlformats.org/drawingml/2006/main">
            <a:off x="7003800" y="91440"/>
            <a:ext cx="1911240" cy="760680"/>
          </a:xfrm>
          <a:prstGeom xmlns:a="http://schemas.openxmlformats.org/drawingml/2006/main" prst="rect">
            <a:avLst/>
          </a:prstGeom>
          <a:ln xmlns:a="http://schemas.openxmlformats.org/drawingml/2006/main" w="0">
            <a:noFill/>
          </a:ln>
        </p:spPr>
      </p:pic>
      <p:pic>
        <p:nvPicPr>
          <p:cNvPr id="97" name="Google Shape;56;p15">
            <a:extLst xmlns:a="http://schemas.openxmlformats.org/drawingml/2006/main">
              <a:ext uri="{FF2B5EF4-FFF2-40B4-BE49-F238E27FC236}">
                <a16:creationId xmlns:a16="http://schemas.microsoft.com/office/drawing/2014/main" id="{BE581EBA-002E-44FD-8C8F-8B99AD7BAE83}"/>
              </a:ext>
            </a:extLst>
          </p:cNvPr>
          <p:cNvPicPr>
            <a:picLocks xmlns:a="http://schemas.openxmlformats.org/drawingml/2006/main" noChangeAspect="1"/>
          </p:cNvPicPr>
          <p:nvPr/>
        </p:nvPicPr>
        <p:blipFill>
          <a:blip xmlns:r="http://schemas.openxmlformats.org/officeDocument/2006/relationships" xmlns:a="http://schemas.openxmlformats.org/drawingml/2006/main" r:embed="R57623daaccd94c7d"/>
          <a:srcRect xmlns:a="http://schemas.openxmlformats.org/drawingml/2006/main" l="17613" t="0" r="4636" b="0"/>
          <a:stretch xmlns:a="http://schemas.openxmlformats.org/drawingml/2006/main"/>
        </p:blipFill>
        <p:spPr>
          <a:xfrm xmlns:a="http://schemas.openxmlformats.org/drawingml/2006/main">
            <a:off x="0" y="0"/>
            <a:ext cx="4008600" cy="5155920"/>
          </a:xfrm>
          <a:prstGeom xmlns:a="http://schemas.openxmlformats.org/drawingml/2006/main" prst="rect">
            <a:avLst/>
          </a:prstGeom>
          <a:ln xmlns:a="http://schemas.openxmlformats.org/drawingml/2006/main" w="0">
            <a:noFill/>
          </a:ln>
        </p:spPr>
      </p:pic>
      <p:pic>
        <p:nvPicPr>
          <p:cNvPr id="98" name="Google Shape;57;p15">
            <a:extLst xmlns:a="http://schemas.openxmlformats.org/drawingml/2006/main">
              <a:ext uri="{FF2B5EF4-FFF2-40B4-BE49-F238E27FC236}">
                <a16:creationId xmlns:a16="http://schemas.microsoft.com/office/drawing/2014/main" id="{763F2D1D-336E-48AC-9C78-BEDCD9E6122E}"/>
              </a:ext>
            </a:extLst>
          </p:cNvPr>
          <p:cNvPicPr>
            <a:picLocks xmlns:a="http://schemas.openxmlformats.org/drawingml/2006/main" noChangeAspect="1"/>
          </p:cNvPicPr>
          <p:nvPr/>
        </p:nvPicPr>
        <p:blipFill>
          <a:blip xmlns:r="http://schemas.openxmlformats.org/officeDocument/2006/relationships" xmlns:a="http://schemas.openxmlformats.org/drawingml/2006/main" r:embed="R57623daaccd94c7d"/>
          <a:stretch xmlns:a="http://schemas.openxmlformats.org/drawingml/2006/main"/>
        </p:blipFill>
        <p:spPr>
          <a:xfrm xmlns:a="http://schemas.openxmlformats.org/drawingml/2006/main">
            <a:off x="3987360" y="0"/>
            <a:ext cx="5155920" cy="5155920"/>
          </a:xfrm>
          <a:prstGeom xmlns:a="http://schemas.openxmlformats.org/drawingml/2006/main" prst="rect">
            <a:avLst/>
          </a:prstGeom>
          <a:ln xmlns:a="http://schemas.openxmlformats.org/drawingml/2006/main" w="0">
            <a:noFill/>
          </a:ln>
        </p:spPr>
      </p:pic>
      <p:pic>
        <p:nvPicPr>
          <p:cNvPr id="99" name="Google Shape;58;p15">
            <a:extLst xmlns:a="http://schemas.openxmlformats.org/drawingml/2006/main">
              <a:ext uri="{FF2B5EF4-FFF2-40B4-BE49-F238E27FC236}">
                <a16:creationId xmlns:a16="http://schemas.microsoft.com/office/drawing/2014/main" id="{BEF480F8-7A3D-42D6-8632-59938B39464B}"/>
              </a:ext>
            </a:extLst>
          </p:cNvPr>
          <p:cNvPicPr>
            <a:picLocks xmlns:a="http://schemas.openxmlformats.org/drawingml/2006/main" noChangeAspect="1"/>
          </p:cNvPicPr>
          <p:nvPr/>
        </p:nvPicPr>
        <p:blipFill>
          <a:blip xmlns:r="http://schemas.openxmlformats.org/officeDocument/2006/relationships" xmlns:a="http://schemas.openxmlformats.org/drawingml/2006/main" r:embed="R27268431fd37402f"/>
          <a:stretch xmlns:a="http://schemas.openxmlformats.org/drawingml/2006/main"/>
        </p:blipFill>
        <p:spPr>
          <a:xfrm xmlns:a="http://schemas.openxmlformats.org/drawingml/2006/main">
            <a:off x="8495280" y="4852080"/>
            <a:ext cx="537840" cy="184680"/>
          </a:xfrm>
          <a:prstGeom xmlns:a="http://schemas.openxmlformats.org/drawingml/2006/main" prst="rect">
            <a:avLst/>
          </a:prstGeom>
          <a:ln xmlns:a="http://schemas.openxmlformats.org/drawingml/2006/main" w="0">
            <a:noFill/>
          </a:ln>
        </p:spPr>
      </p:pic>
      <p:sp>
        <p:nvSpPr>
          <p:cNvPr id="89" name="PlaceHolder 1">
            <a:extLst xmlns:a="http://schemas.openxmlformats.org/drawingml/2006/main">
              <a:ext uri="{FF2B5EF4-FFF2-40B4-BE49-F238E27FC236}">
                <a16:creationId xmlns:a16="http://schemas.microsoft.com/office/drawing/2014/main" id="{66D5CA11-12D3-4A0F-AA8E-D806E033E333}"/>
              </a:ext>
            </a:extLst>
          </p:cNvPr>
          <p:cNvSpPr>
            <a:spLocks xmlns:a="http://schemas.openxmlformats.org/drawingml/2006/main" noGrp="1"/>
          </p:cNvSpPr>
          <p:nvPr>
            <p:ph type="title" idx="0"/>
          </p:nvPr>
        </p:nvSpPr>
        <p:spPr>
          <a:xfrm xmlns:a="http://schemas.openxmlformats.org/drawingml/2006/main">
            <a:off x="457200" y="1884600"/>
            <a:ext cx="8228880" cy="858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a:bodyPr>
          <a:lstStyle xmlns:a="http://schemas.openxmlformats.org/drawingml/2006/main">
            <a:lvl1pPr indent="0" algn="ctr">
              <a:lnSpc>
                <a:spcPct val="100000"/>
              </a:lnSpc>
              <a:buNone/>
              <a:tabLst>
                <a:tab pos="0" algn="l"/>
              </a:tabLst>
              <a:defRPr sz="3200" b="0" u="none">
                <a:solidFill>
                  <a:srgbClr val="203C36"/>
                </a:solidFill>
                <a:latin typeface="Roboto Mono Light"/>
                <a:ea typeface="Roboto Mono Light"/>
                <a:cs typeface="Roboto Mono Light"/>
              </a:defRPr>
            </a:lvl1pPr>
          </a:lstStyle>
          <a:p xmlns:a="http://schemas.openxmlformats.org/drawingml/2006/main">
            <a:pPr indent="0" algn="ctr">
              <a:lnSpc>
                <a:spcPct val="100000"/>
              </a:lnSpc>
              <a:buNone/>
              <a:tabLst>
                <a:tab pos="0" algn="l"/>
              </a:tabLst>
            </a:pPr>
            <a:r>
              <a:rPr sz="3200" b="0" u="none">
                <a:solidFill>
                  <a:srgbClr val="203C36"/>
                </a:solidFill>
                <a:latin typeface="Roboto Mono Light"/>
                <a:ea typeface="Roboto Mono Light"/>
                <a:cs typeface="Roboto Mono Light"/>
              </a:rPr>
              <a:t>Click to add section title</a:t>
            </a:r>
            <a:endParaRPr sz="3200" b="0" u="none">
              <a:solidFill>
                <a:srgbClr val="203C36"/>
              </a:solidFill>
              <a:latin typeface="Roboto Mono Light"/>
              <a:ea typeface="Roboto Mono Light"/>
              <a:cs typeface="Roboto Mono Light"/>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34356e36e9407f" /><Relationship Type="http://schemas.openxmlformats.org/officeDocument/2006/relationships/slideLayout" Target="/ppt/slideLayouts/slideLayout1.xml" Id="Rb34f87139f15464f" /><Relationship Type="http://schemas.openxmlformats.org/officeDocument/2006/relationships/slideLayout" Target="/ppt/slideLayouts/slideLayout2.xml" Id="R61b2dd3089b3494f" /><Relationship Type="http://schemas.openxmlformats.org/officeDocument/2006/relationships/slideLayout" Target="/ppt/slideLayouts/slideLayout3.xml" Id="R3cf658caf512406c" /><Relationship Type="http://schemas.openxmlformats.org/officeDocument/2006/relationships/slideLayout" Target="/ppt/slideLayouts/slideLayout4.xml" Id="Rd473501fa23a4dbf" /><Relationship Type="http://schemas.openxmlformats.org/officeDocument/2006/relationships/slideLayout" Target="/ppt/slideLayouts/slideLayout5.xml" Id="R6d1a53931b394edd" /><Relationship Type="http://schemas.openxmlformats.org/officeDocument/2006/relationships/slideLayout" Target="/ppt/slideLayouts/slideLayout6.xml" Id="R1ec8de514951411d" /><Relationship Type="http://schemas.openxmlformats.org/officeDocument/2006/relationships/slideLayout" Target="/ppt/slideLayouts/slideLayout7.xml" Id="R3255638818714e16" /><Relationship Type="http://schemas.openxmlformats.org/officeDocument/2006/relationships/slideLayout" Target="/ppt/slideLayouts/slideLayout8.xml" Id="Ra939856e45b647cc" /><Relationship Type="http://schemas.openxmlformats.org/officeDocument/2006/relationships/slideLayout" Target="/ppt/slideLayouts/slideLayout9.xml" Id="Rab66462f5b1645eb" /><Relationship Type="http://schemas.openxmlformats.org/officeDocument/2006/relationships/slideLayout" Target="/ppt/slideLayouts/slideLayout10.xml" Id="R1e1c971a871a4b98" /><Relationship Type="http://schemas.openxmlformats.org/officeDocument/2006/relationships/slideLayout" Target="/ppt/slideLayouts/slideLayout11.xml" Id="Rc5a45a60f57f463f" /><Relationship Type="http://schemas.openxmlformats.org/officeDocument/2006/relationships/slideLayout" Target="/ppt/slideLayouts/slideLayout12.xml" Id="Rcd2af674ac2c4ff3" /><Relationship Type="http://schemas.openxmlformats.org/officeDocument/2006/relationships/slideLayout" Target="/ppt/slideLayouts/slideLayout13.xml" Id="R109746f17fae4997" /><Relationship Type="http://schemas.openxmlformats.org/officeDocument/2006/relationships/slideLayout" Target="/ppt/slideLayouts/slideLayout14.xml" Id="Rc48f5923217a4c17" /><Relationship Type="http://schemas.openxmlformats.org/officeDocument/2006/relationships/slideLayout" Target="/ppt/slideLayouts/slideLayout15.xml" Id="Re7ac0e0a2bb341da" /><Relationship Type="http://schemas.openxmlformats.org/officeDocument/2006/relationships/slideLayout" Target="/ppt/slideLayouts/slideLayout16.xml" Id="R3f2e66612aa1449a" /><Relationship Type="http://schemas.openxmlformats.org/officeDocument/2006/relationships/slideLayout" Target="/ppt/slideLayouts/slideLayout17.xml" Id="R874638bbb7dc4bf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34f87139f15464f"/>
    <p:sldLayoutId xmlns:r="http://schemas.openxmlformats.org/officeDocument/2006/relationships" id="2147483650" r:id="R61b2dd3089b3494f"/>
    <p:sldLayoutId xmlns:r="http://schemas.openxmlformats.org/officeDocument/2006/relationships" id="2147483651" r:id="R3cf658caf512406c"/>
    <p:sldLayoutId xmlns:r="http://schemas.openxmlformats.org/officeDocument/2006/relationships" id="2147483652" r:id="Rd473501fa23a4dbf"/>
    <p:sldLayoutId xmlns:r="http://schemas.openxmlformats.org/officeDocument/2006/relationships" id="2147483653" r:id="R6d1a53931b394edd"/>
    <p:sldLayoutId xmlns:r="http://schemas.openxmlformats.org/officeDocument/2006/relationships" id="2147483654" r:id="R1ec8de514951411d"/>
    <p:sldLayoutId xmlns:r="http://schemas.openxmlformats.org/officeDocument/2006/relationships" id="2147483655" r:id="R3255638818714e16"/>
    <p:sldLayoutId xmlns:r="http://schemas.openxmlformats.org/officeDocument/2006/relationships" id="2147483656" r:id="Ra939856e45b647cc"/>
    <p:sldLayoutId xmlns:r="http://schemas.openxmlformats.org/officeDocument/2006/relationships" id="2147483657" r:id="Rab66462f5b1645eb"/>
    <p:sldLayoutId xmlns:r="http://schemas.openxmlformats.org/officeDocument/2006/relationships" id="2147483658" r:id="R1e1c971a871a4b98"/>
    <p:sldLayoutId xmlns:r="http://schemas.openxmlformats.org/officeDocument/2006/relationships" id="2147483659" r:id="Rc5a45a60f57f463f"/>
    <p:sldLayoutId xmlns:r="http://schemas.openxmlformats.org/officeDocument/2006/relationships" id="2147483660" r:id="Rcd2af674ac2c4ff3"/>
    <p:sldLayoutId xmlns:r="http://schemas.openxmlformats.org/officeDocument/2006/relationships" id="2147483661" r:id="R109746f17fae4997"/>
    <p:sldLayoutId xmlns:r="http://schemas.openxmlformats.org/officeDocument/2006/relationships" id="2147483662" r:id="Rc48f5923217a4c17"/>
    <p:sldLayoutId xmlns:r="http://schemas.openxmlformats.org/officeDocument/2006/relationships" id="2147483663" r:id="Re7ac0e0a2bb341da"/>
    <p:sldLayoutId xmlns:r="http://schemas.openxmlformats.org/officeDocument/2006/relationships" id="2147483664" r:id="R3f2e66612aa1449a"/>
    <p:sldLayoutId xmlns:r="http://schemas.openxmlformats.org/officeDocument/2006/relationships" id="2147483665" r:id="R874638bbb7dc4bf9"/>
  </p:sldLayoutIdLst>
</p:sldMaster>
</file>

<file path=ppt/slideMasters/theme/theme2.xml><?xml version="1.0" encoding="utf-8"?>
<a:theme xmlns:a="http://schemas.openxmlformats.org/drawingml/2006/main" name="MLH Theme (v5)">
  <a:themeElements>
    <a:clrScheme name="Simple Light">
      <a:dk1>
        <a:srgbClr val="262626"/>
      </a:dk1>
      <a:lt1>
        <a:srgbClr val="122F4C"/>
      </a:lt1>
      <a:dk2>
        <a:srgbClr val="F5F5F5"/>
      </a:dk2>
      <a:lt2>
        <a:srgbClr val="FAFAFA"/>
      </a:lt2>
      <a:accent1>
        <a:srgbClr val="E73727"/>
      </a:accent1>
      <a:accent2>
        <a:srgbClr val="1D539F"/>
      </a:accent2>
      <a:accent3>
        <a:srgbClr val="F8B92A"/>
      </a:accent3>
      <a:accent4>
        <a:srgbClr val="22C55E"/>
      </a:accent4>
      <a:accent5>
        <a:srgbClr val="F97316"/>
      </a:accent5>
      <a:accent6>
        <a:srgbClr val="A855F7"/>
      </a:accent6>
      <a:hlink>
        <a:srgbClr val="4787E2"/>
      </a:hlink>
      <a:folHlink>
        <a:srgbClr val="0097A7"/>
      </a:folHlink>
    </a:clrScheme>
    <a:fontScheme name="Office">
      <a:majorFont>
        <a:latin typeface="Roboto Mono Light"/>
        <a:ea typeface=""/>
        <a:cs typeface=""/>
      </a:majorFont>
      <a:minorFont>
        <a:latin typeface="Roboto Mono Light"/>
        <a:ea typeface=""/>
        <a:cs typeface=""/>
      </a:minorFont>
    </a:fontScheme>
    <a:fmtScheme name="Simple Light">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f6cf1a6d8f3543ea" /><Relationship Type="http://schemas.openxmlformats.org/officeDocument/2006/relationships/notesSlide" Target="/ppt/notesSlides/notesSlide1.xml" Id="Rf82512947c484e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c8080fb84bc84cc6" /><Relationship Type="http://schemas.openxmlformats.org/officeDocument/2006/relationships/image" Target="/ppt/media/image13.png" Id="R90a3c9cc4c804410" /><Relationship Type="http://schemas.openxmlformats.org/officeDocument/2006/relationships/image" Target="/ppt/media/image5.png" Id="R6e12b0866ae74e1d" /><Relationship Type="http://schemas.openxmlformats.org/officeDocument/2006/relationships/notesSlide" Target="/ppt/notesSlides/notesSlide2.xml" Id="Rc16a274ad89345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5.xml" Id="R400f0760bd91492b" /><Relationship Type="http://schemas.openxmlformats.org/officeDocument/2006/relationships/notesSlide" Target="/ppt/notesSlides/notesSlide3.xml" Id="Raebc3f451043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6.xml" Id="R7dbce58785ec4733" /><Relationship Type="http://schemas.openxmlformats.org/officeDocument/2006/relationships/notesSlide" Target="/ppt/notesSlides/notesSlide4.xml" Id="R09a5f5c02d204e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6.xml" Id="R85d0c2be92af4e3f" /><Relationship Type="http://schemas.openxmlformats.org/officeDocument/2006/relationships/notesSlide" Target="/ppt/notesSlides/notesSlide5.xml" Id="R8231d6e06bd143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6.xml" Id="R87e82e69e88f4c49" /><Relationship Type="http://schemas.openxmlformats.org/officeDocument/2006/relationships/notesSlide" Target="/ppt/notesSlides/notesSlide6.xml" Id="R49d13aad4d1144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6.xml" Id="Ra94c6f2c319e4051" /><Relationship Type="http://schemas.openxmlformats.org/officeDocument/2006/relationships/notesSlide" Target="/ppt/notesSlides/notesSlide7.xml" Id="R6f7af0d4aebd40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6.xml" Id="R730516646b304f97" /><Relationship Type="http://schemas.openxmlformats.org/officeDocument/2006/relationships/notesSlide" Target="/ppt/notesSlides/notesSlide8.xml" Id="R98140f74788141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6.xml" Id="Rd656b114195f44fe" /><Relationship Type="http://schemas.openxmlformats.org/officeDocument/2006/relationships/notesSlide" Target="/ppt/notesSlides/notesSlide9.xml" Id="Rf6143227636b45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6.xml" Id="Rc00daab787154037" /><Relationship Type="http://schemas.openxmlformats.org/officeDocument/2006/relationships/image" Target="/ppt/media/image14.png" Id="R969de62b3dc748e0" /><Relationship Type="http://schemas.openxmlformats.org/officeDocument/2006/relationships/notesSlide" Target="/ppt/notesSlides/notesSlide10.xml" Id="R5293633bdb9740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6.xml" Id="R77ed7c1f6ca14d97" /><Relationship Type="http://schemas.openxmlformats.org/officeDocument/2006/relationships/notesSlide" Target="/ppt/notesSlides/notesSlide11.xml" Id="R6dafa86f92ac40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6.xml" Id="R6b3778e3facf4f37" /><Relationship Type="http://schemas.openxmlformats.org/officeDocument/2006/relationships/notesSlide" Target="/ppt/notesSlides/notesSlide12.xml" Id="Redd02426900940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6.xml" Id="R73ace04213d54050" /><Relationship Type="http://schemas.openxmlformats.org/officeDocument/2006/relationships/notesSlide" Target="/ppt/notesSlides/notesSlide13.xml" Id="R53b5691e72774d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6.xml" Id="Raae1ccbc512844af" /><Relationship Type="http://schemas.openxmlformats.org/officeDocument/2006/relationships/image" Target="/ppt/media/image.jpeg" Id="R0474b12067c34a65" /><Relationship Type="http://schemas.openxmlformats.org/officeDocument/2006/relationships/notesSlide" Target="/ppt/notesSlides/notesSlide14.xml" Id="R771a47df2c0c4e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6.xml" Id="R741e60bb9de7446b" /><Relationship Type="http://schemas.openxmlformats.org/officeDocument/2006/relationships/notesSlide" Target="/ppt/notesSlides/notesSlide15.xml" Id="R059dba567b1844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6.xml" Id="Rc55d66e7bee64b75" /><Relationship Type="http://schemas.openxmlformats.org/officeDocument/2006/relationships/notesSlide" Target="/ppt/notesSlides/notesSlide16.xml" Id="Rcc690a5a5df84f1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6.xml" Id="R783120f621674a29" /><Relationship Type="http://schemas.openxmlformats.org/officeDocument/2006/relationships/image" Target="/ppt/media/image2.jpeg" Id="Rccd6cfeb9dc34504" /><Relationship Type="http://schemas.openxmlformats.org/officeDocument/2006/relationships/notesSlide" Target="/ppt/notesSlides/notesSlide17.xml" Id="Rb1bb1022a0274e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6.xml" Id="R262f162a80fe4692" /><Relationship Type="http://schemas.openxmlformats.org/officeDocument/2006/relationships/notesSlide" Target="/ppt/notesSlides/notesSlide18.xml" Id="Rc77a6a0e95e043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6.xml" Id="R93fa04d8847a4168" /><Relationship Type="http://schemas.openxmlformats.org/officeDocument/2006/relationships/notesSlide" Target="/ppt/notesSlides/notesSlide19.xml" Id="R0e2e5cce28134e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6.xml" Id="R561d38c263884e2c" /><Relationship Type="http://schemas.openxmlformats.org/officeDocument/2006/relationships/notesSlide" Target="/ppt/notesSlides/notesSlide20.xml" Id="R218e4fc51f6e461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6.xml" Id="Rd23d52f550e34607" /><Relationship Type="http://schemas.openxmlformats.org/officeDocument/2006/relationships/notesSlide" Target="/ppt/notesSlides/notesSlide21.xml" Id="R39764a5f32a441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0" name="PlaceHolder 1">
            <a:extLst xmlns:a="http://schemas.openxmlformats.org/drawingml/2006/main">
              <a:ext uri="{FF2B5EF4-FFF2-40B4-BE49-F238E27FC236}">
                <a16:creationId xmlns:a16="http://schemas.microsoft.com/office/drawing/2014/main" id="{51010589-6924-49A3-B580-4C7DDA89FF59}"/>
              </a:ext>
            </a:extLst>
          </p:cNvPr>
          <p:cNvSpPr>
            <a:spLocks xmlns:a="http://schemas.openxmlformats.org/drawingml/2006/main" noGrp="1"/>
          </p:cNvSpPr>
          <p:nvPr>
            <p:ph type="title" idx="0"/>
          </p:nvPr>
        </p:nvSpPr>
        <p:spPr>
          <a:xfrm xmlns:a="http://schemas.openxmlformats.org/drawingml/2006/main">
            <a:off x="457200" y="1884240"/>
            <a:ext cx="8228880" cy="858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indent="0" algn="ctr">
              <a:lnSpc>
                <a:spcPct val="100000"/>
              </a:lnSpc>
              <a:buNone/>
              <a:tabLst>
                <a:tab pos="0" algn="l"/>
              </a:tabLst>
              <a:defRPr sz="3200">
                <a:solidFill>
                  <a:srgbClr val="000000"/>
                </a:solidFill>
                <a:latin typeface="Roboto Mono Light"/>
                <a:ea typeface="Roboto Mono Light"/>
                <a:cs typeface="Roboto Mono Light"/>
              </a:defRPr>
            </a:pPr>
            <a:r>
              <a:rPr sz="3200" b="0" u="none">
                <a:solidFill>
                  <a:srgbClr val="000000"/>
                </a:solidFill>
                <a:latin typeface="Roboto Mono Light"/>
                <a:ea typeface="Roboto Mono Light"/>
                <a:cs typeface="Roboto Mono Light"/>
              </a:rPr>
              <a:t>Build a RAG Assistant</a:t>
            </a:r>
            <a:endParaRPr sz="3130" b="0" u="none">
              <a:solidFill>
                <a:srgbClr val="203C36"/>
              </a:solidFill>
              <a:latin typeface="Roboto Mono Light"/>
              <a:ea typeface="Roboto Mono Light"/>
              <a:cs typeface="Roboto Mono Light"/>
            </a:endParaRPr>
          </a:p>
        </p:txBody>
      </p:sp>
      <p:sp>
        <p:nvSpPr>
          <p:cNvPr id="91" name="Cover subtitle">
            <a:extLst xmlns:a="http://schemas.openxmlformats.org/drawingml/2006/main">
              <a:ext uri="{FF2B5EF4-FFF2-40B4-BE49-F238E27FC236}">
                <a16:creationId xmlns:a16="http://schemas.microsoft.com/office/drawing/2014/main" id="{C2BB3EB6-D978-43C4-A849-31515077DBBA}"/>
              </a:ext>
            </a:extLst>
          </p:cNvPr>
          <p:cNvSpPr>
            <a:spLocks xmlns:a="http://schemas.openxmlformats.org/drawingml/2006/main" noGrp="1"/>
          </p:cNvSpPr>
          <p:nvPr/>
        </p:nvSpPr>
        <p:spPr>
          <a:xfrm xmlns:a="http://schemas.openxmlformats.org/drawingml/2006/main">
            <a:off x="666750" y="28479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Answers grounded in your documents</a:t>
            </a:r>
          </a:p>
        </p:txBody>
      </p:sp>
      <p:sp>
        <p:nvSpPr>
          <p:cNvPr id="92" name="Presenter">
            <a:extLst xmlns:a="http://schemas.openxmlformats.org/drawingml/2006/main">
              <a:ext uri="{FF2B5EF4-FFF2-40B4-BE49-F238E27FC236}">
                <a16:creationId xmlns:a16="http://schemas.microsoft.com/office/drawing/2014/main" id="{D080056A-CF75-408A-A63B-BFDAD60EA4E2}"/>
              </a:ext>
            </a:extLst>
          </p:cNvPr>
          <p:cNvSpPr>
            <a:spLocks xmlns:a="http://schemas.openxmlformats.org/drawingml/2006/main" noGrp="1"/>
          </p:cNvSpPr>
          <p:nvPr/>
        </p:nvSpPr>
        <p:spPr>
          <a:xfrm xmlns:a="http://schemas.openxmlformats.org/drawingml/2006/main">
            <a:off x="666750" y="3562350"/>
            <a:ext cx="781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Abdourahman H. Mawlid · Decidata</a:t>
            </a:r>
          </a:p>
        </p:txBody>
      </p:sp>
      <p:sp>
        <p:nvSpPr>
          <p:cNvPr id="93" name="Event date">
            <a:extLst xmlns:a="http://schemas.openxmlformats.org/drawingml/2006/main">
              <a:ext uri="{FF2B5EF4-FFF2-40B4-BE49-F238E27FC236}">
                <a16:creationId xmlns:a16="http://schemas.microsoft.com/office/drawing/2014/main" id="{F6AC64D6-3CDD-45D2-98B8-07DF78587D3F}"/>
              </a:ext>
            </a:extLst>
          </p:cNvPr>
          <p:cNvSpPr>
            <a:spLocks xmlns:a="http://schemas.openxmlformats.org/drawingml/2006/main" noGrp="1"/>
          </p:cNvSpPr>
          <p:nvPr/>
        </p:nvSpPr>
        <p:spPr>
          <a:xfrm xmlns:a="http://schemas.openxmlformats.org/drawingml/2006/main">
            <a:off x="619125" y="4048125"/>
            <a:ext cx="790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00">
                <a:solidFill>
                  <a:srgbClr val="203C36"/>
                </a:solidFill>
                <a:latin typeface="Roboto Mono Light"/>
                <a:ea typeface="Roboto Mono Light"/>
                <a:cs typeface="Roboto Mono Light"/>
              </a:defRPr>
            </a:pPr>
            <a:r>
              <a:rPr sz="1400">
                <a:solidFill>
                  <a:srgbClr val="203C36"/>
                </a:solidFill>
                <a:latin typeface="Roboto Mono Light"/>
                <a:ea typeface="Roboto Mono Light"/>
                <a:cs typeface="Roboto Mono Light"/>
              </a:rPr>
              <a:t>Hacktoberfest Montréal × AGEEI · 9 October 2026</a:t>
            </a:r>
          </a:p>
        </p:txBody>
      </p:sp>
    </p:spTree>
    <p:extLst>
      <p:ext uri="{BB962C8B-B14F-4D97-AF65-F5344CB8AC3E}">
        <p14:creationId xmlns:p14="http://schemas.microsoft.com/office/powerpoint/2010/main" val="75231742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97" name="Photo">
            <a:extLst xmlns:a="http://schemas.openxmlformats.org/drawingml/2006/main">
              <a:ext uri="{FF2B5EF4-FFF2-40B4-BE49-F238E27FC236}">
                <a16:creationId xmlns:a16="http://schemas.microsoft.com/office/drawing/2014/main" id="{66DB0EA1-456C-4FD2-BAE8-2C21C3CA06A7}"/>
              </a:ext>
            </a:extLst>
          </p:cNvPr>
          <p:cNvPicPr>
            <a:picLocks xmlns:a="http://schemas.openxmlformats.org/drawingml/2006/main" noChangeAspect="1"/>
          </p:cNvPicPr>
          <p:nvPr/>
        </p:nvPicPr>
        <p:blipFill>
          <a:blip xmlns:r="http://schemas.openxmlformats.org/officeDocument/2006/relationships" xmlns:a="http://schemas.openxmlformats.org/drawingml/2006/main" r:embed="R90a3c9cc4c804410"/>
          <a:srcRect xmlns:a="http://schemas.openxmlformats.org/drawingml/2006/main" l="0" t="316" r="0" b="316"/>
          <a:stretch xmlns:a="http://schemas.openxmlformats.org/drawingml/2006/main">
            <a:fillRect l="0" t="0" r="0" b="0"/>
          </a:stretch>
        </p:blipFill>
        <p:spPr>
          <a:xfrm xmlns:a="http://schemas.openxmlformats.org/drawingml/2006/main">
            <a:off x="780120" y="1774440"/>
            <a:ext cx="1879920" cy="1868040"/>
          </a:xfrm>
          <a:prstGeom xmlns:a="http://schemas.openxmlformats.org/drawingml/2006/main" prst="rect">
            <a:avLst/>
          </a:prstGeom>
          <a:ln xmlns:a="http://schemas.openxmlformats.org/drawingml/2006/main" w="9525">
            <a:solidFill>
              <a:srgbClr val="E6E7E8"/>
            </a:solidFill>
            <a:round/>
          </a:ln>
        </p:spPr>
      </p:pic>
      <p:sp>
        <p:nvSpPr>
          <p:cNvPr id="92" name="PlaceHolder 1">
            <a:extLst xmlns:a="http://schemas.openxmlformats.org/drawingml/2006/main">
              <a:ext uri="{FF2B5EF4-FFF2-40B4-BE49-F238E27FC236}">
                <a16:creationId xmlns:a16="http://schemas.microsoft.com/office/drawing/2014/main" id="{B5AB80DB-F262-435C-99B2-69BE02B760DC}"/>
              </a:ext>
            </a:extLst>
          </p:cNvPr>
          <p:cNvSpPr>
            <a:spLocks xmlns:a="http://schemas.openxmlformats.org/drawingml/2006/main" noGrp="1"/>
          </p:cNvSpPr>
          <p:nvPr>
            <p:ph type="subTitle" idx="0"/>
          </p:nvPr>
        </p:nvSpPr>
        <p:spPr>
          <a:xfrm xmlns:a="http://schemas.openxmlformats.org/drawingml/2006/main">
            <a:off x="2978280" y="1784160"/>
            <a:ext cx="5384880" cy="614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marL="343080" indent="0" algn="l">
              <a:lnSpc>
                <a:spcPct val="100000"/>
              </a:lnSpc>
              <a:spcBef>
                <a:spcPts val="1417"/>
              </a:spcBef>
              <a:buNone/>
              <a:tabLst>
                <a:tab pos="0" algn="l"/>
              </a:tabLst>
              <a:defRPr sz="2800">
                <a:solidFill>
                  <a:srgbClr val="203C36"/>
                </a:solidFill>
                <a:latin typeface="Roboto Mono Light"/>
                <a:ea typeface="Roboto Mono Light"/>
                <a:cs typeface="Roboto Mono Light"/>
              </a:defRPr>
            </a:pPr>
            <a:r>
              <a:rPr sz="2800" b="0" u="none">
                <a:solidFill>
                  <a:srgbClr val="203C36"/>
                </a:solidFill>
                <a:latin typeface="Roboto Mono Light"/>
                <a:ea typeface="Roboto Mono Light"/>
                <a:cs typeface="Roboto Mono Light"/>
              </a:rPr>
              <a:t>Abdourahman H. Mawlid</a:t>
            </a:r>
            <a:endParaRPr sz="3130" b="0" u="none">
              <a:solidFill>
                <a:srgbClr val="000000"/>
              </a:solidFill>
              <a:latin typeface="Arial"/>
              <a:ea typeface="Arial"/>
              <a:cs typeface="Arial"/>
            </a:endParaRPr>
          </a:p>
        </p:txBody>
      </p:sp>
      <p:sp>
        <p:nvSpPr>
          <p:cNvPr id="93" name="PlaceHolder 2">
            <a:extLst xmlns:a="http://schemas.openxmlformats.org/drawingml/2006/main">
              <a:ext uri="{FF2B5EF4-FFF2-40B4-BE49-F238E27FC236}">
                <a16:creationId xmlns:a16="http://schemas.microsoft.com/office/drawing/2014/main" id="{6AA4CC2B-6959-4D50-8E2A-B26DBF6E6C8C}"/>
              </a:ext>
            </a:extLst>
          </p:cNvPr>
          <p:cNvSpPr>
            <a:spLocks xmlns:a="http://schemas.openxmlformats.org/drawingml/2006/main" noGrp="1"/>
          </p:cNvSpPr>
          <p:nvPr>
            <p:ph idx="0"/>
          </p:nvPr>
        </p:nvSpPr>
        <p:spPr>
          <a:xfrm xmlns:a="http://schemas.openxmlformats.org/drawingml/2006/main">
            <a:off x="2978280" y="2399040"/>
            <a:ext cx="5327640" cy="1443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97800" indent="-331560" algn="l">
              <a:lnSpc>
                <a:spcPct val="115000"/>
              </a:lnSpc>
              <a:spcBef>
                <a:spcPts val="1417"/>
              </a:spcBef>
              <a:buClr>
                <a:srgbClr val="203C36"/>
              </a:buClr>
              <a:buFont typeface="Roboto Mono Light"/>
              <a:buChar char="●"/>
              <a:defRPr sz="2300">
                <a:solidFill>
                  <a:srgbClr val="203C36"/>
                </a:solidFill>
                <a:latin typeface="Roboto Mono Light"/>
                <a:ea typeface="Roboto Mono Light"/>
                <a:cs typeface="Roboto Mono Light"/>
              </a:defRPr>
            </a:pPr>
            <a:r>
              <a:rPr sz="2300" b="0" u="none">
                <a:solidFill>
                  <a:srgbClr val="203C36"/>
                </a:solidFill>
                <a:latin typeface="Roboto Mono Light"/>
                <a:ea typeface="Roboto Mono Light"/>
                <a:cs typeface="Roboto Mono Light"/>
              </a:rPr>
              <a:t>Senior Data Engineer</a:t>
            </a:r>
            <a:endParaRPr sz="2090" b="0" u="none">
              <a:solidFill>
                <a:srgbClr val="203C36"/>
              </a:solidFill>
              <a:latin typeface="Roboto Mono Light"/>
              <a:ea typeface="Roboto Mono Light"/>
              <a:cs typeface="Roboto Mono Light"/>
            </a:endParaRPr>
          </a:p>
          <a:p xmlns:a="http://schemas.openxmlformats.org/drawingml/2006/main">
            <a:pPr marL="397800" indent="-331560" algn="l">
              <a:lnSpc>
                <a:spcPct val="115000"/>
              </a:lnSpc>
              <a:spcBef>
                <a:spcPts val="870"/>
              </a:spcBef>
              <a:buClr>
                <a:srgbClr val="203C36"/>
              </a:buClr>
              <a:buFont typeface="Roboto Mono Light"/>
              <a:buChar char="●"/>
              <a:defRPr sz="2300">
                <a:solidFill>
                  <a:srgbClr val="203C36"/>
                </a:solidFill>
                <a:latin typeface="Roboto Mono Light"/>
                <a:ea typeface="Roboto Mono Light"/>
                <a:cs typeface="Roboto Mono Light"/>
              </a:defRPr>
            </a:pPr>
            <a:r>
              <a:rPr sz="2300" b="0" u="none">
                <a:solidFill>
                  <a:srgbClr val="203C36"/>
                </a:solidFill>
                <a:latin typeface="Roboto Mono Light"/>
                <a:ea typeface="Roboto Mono Light"/>
                <a:cs typeface="Roboto Mono Light"/>
              </a:rPr>
              <a:t>Founder, Decidata</a:t>
            </a:r>
            <a:endParaRPr sz="2090" b="0" u="none">
              <a:solidFill>
                <a:srgbClr val="203C36"/>
              </a:solidFill>
              <a:latin typeface="Roboto Mono Light"/>
              <a:ea typeface="Roboto Mono Light"/>
              <a:cs typeface="Roboto Mono Light"/>
            </a:endParaRPr>
          </a:p>
          <a:p xmlns:a="http://schemas.openxmlformats.org/drawingml/2006/main">
            <a:pPr marL="397800" indent="-331560" algn="l">
              <a:lnSpc>
                <a:spcPct val="115000"/>
              </a:lnSpc>
              <a:spcBef>
                <a:spcPts val="870"/>
              </a:spcBef>
              <a:spcAft>
                <a:spcPts val="870"/>
              </a:spcAft>
              <a:buClr>
                <a:srgbClr val="203C36"/>
              </a:buClr>
              <a:buFont typeface="Roboto Mono Light"/>
              <a:buChar char="●"/>
              <a:defRPr sz="2300">
                <a:solidFill>
                  <a:srgbClr val="203C36"/>
                </a:solidFill>
                <a:latin typeface="Roboto Mono Light"/>
                <a:ea typeface="Roboto Mono Light"/>
                <a:cs typeface="Roboto Mono Light"/>
              </a:defRPr>
            </a:pPr>
            <a:r>
              <a:rPr sz="2300" b="0" u="none">
                <a:solidFill>
                  <a:srgbClr val="203C36"/>
                </a:solidFill>
                <a:latin typeface="Roboto Mono Light"/>
                <a:ea typeface="Roboto Mono Light"/>
                <a:cs typeface="Roboto Mono Light"/>
              </a:rPr>
              <a:t>Polytechnique Montréal</a:t>
            </a:r>
            <a:endParaRPr sz="2090" b="0" u="none">
              <a:solidFill>
                <a:srgbClr val="203C36"/>
              </a:solidFill>
              <a:latin typeface="Roboto Mono Light"/>
              <a:ea typeface="Roboto Mono Light"/>
              <a:cs typeface="Roboto Mono Light"/>
            </a:endParaRPr>
          </a:p>
        </p:txBody>
      </p:sp>
      <p:pic>
        <p:nvPicPr>
          <p:cNvPr id="100" name="Google Shape;66;p16">
            <a:extLst xmlns:a="http://schemas.openxmlformats.org/drawingml/2006/main">
              <a:ext uri="{FF2B5EF4-FFF2-40B4-BE49-F238E27FC236}">
                <a16:creationId xmlns:a16="http://schemas.microsoft.com/office/drawing/2014/main" id="{4B53C0C5-48D9-4764-AC8D-BD7AC13580A9}"/>
              </a:ext>
            </a:extLst>
          </p:cNvPr>
          <p:cNvPicPr>
            <a:picLocks xmlns:a="http://schemas.openxmlformats.org/drawingml/2006/main" noChangeAspect="1"/>
          </p:cNvPicPr>
          <p:nvPr/>
        </p:nvPicPr>
        <p:blipFill>
          <a:blip xmlns:r="http://schemas.openxmlformats.org/officeDocument/2006/relationships" xmlns:a="http://schemas.openxmlformats.org/drawingml/2006/main" r:embed="R6e12b0866ae74e1d"/>
          <a:stretch xmlns:a="http://schemas.openxmlformats.org/drawingml/2006/main"/>
        </p:blipFill>
        <p:spPr>
          <a:xfrm xmlns:a="http://schemas.openxmlformats.org/drawingml/2006/main">
            <a:off x="8496360" y="4851360"/>
            <a:ext cx="532800" cy="223920"/>
          </a:xfrm>
          <a:prstGeom xmlns:a="http://schemas.openxmlformats.org/drawingml/2006/main" prst="rect">
            <a:avLst/>
          </a:prstGeom>
          <a:ln xmlns:a="http://schemas.openxmlformats.org/drawingml/2006/main" w="0">
            <a:noFill/>
          </a:ln>
        </p:spPr>
      </p:pic>
      <p:sp>
        <p:nvSpPr>
          <p:cNvPr id="96" name="Workshop agenda">
            <a:extLst xmlns:a="http://schemas.openxmlformats.org/drawingml/2006/main">
              <a:ext uri="{FF2B5EF4-FFF2-40B4-BE49-F238E27FC236}">
                <a16:creationId xmlns:a16="http://schemas.microsoft.com/office/drawing/2014/main" id="{F94BD827-4D64-4002-BEB0-935190AC7A9C}"/>
              </a:ext>
            </a:extLst>
          </p:cNvPr>
          <p:cNvSpPr>
            <a:spLocks xmlns:a="http://schemas.openxmlformats.org/drawingml/2006/main" noGrp="1"/>
          </p:cNvSpPr>
          <p:nvPr/>
        </p:nvSpPr>
        <p:spPr>
          <a:xfrm xmlns:a="http://schemas.openxmlformats.org/drawingml/2006/main">
            <a:off x="619125" y="4295775"/>
            <a:ext cx="790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a:solidFill>
                  <a:srgbClr val="203C36"/>
                </a:solidFill>
                <a:latin typeface="Roboto Mono Light"/>
                <a:ea typeface="Roboto Mono Light"/>
                <a:cs typeface="Roboto Mono Light"/>
              </a:defRPr>
            </a:defPPr>
          </a:lstStyle>
          <a:p xmlns:a="http://schemas.openxmlformats.org/drawingml/2006/main">
            <a:pPr algn="l">
              <a:buNone/>
              <a:defRPr sz="1425">
                <a:solidFill>
                  <a:srgbClr val="203C36"/>
                </a:solidFill>
                <a:latin typeface="Roboto Mono Light"/>
                <a:ea typeface="Roboto Mono Light"/>
                <a:cs typeface="Roboto Mono Light"/>
              </a:defRPr>
            </a:pPr>
            <a:r>
              <a:rPr sz="1425">
                <a:solidFill>
                  <a:srgbClr val="203C36"/>
                </a:solidFill>
                <a:latin typeface="Roboto Mono Light"/>
                <a:ea typeface="Roboto Mono Light"/>
                <a:cs typeface="Roboto Mono Light"/>
              </a:rPr>
              <a:t>52 min of explanation and practice</a:t>
            </a:r>
          </a:p>
          <a:p xmlns:a="http://schemas.openxmlformats.org/drawingml/2006/main">
            <a:pPr algn="l">
              <a:buNone/>
              <a:defRPr sz="1425">
                <a:solidFill>
                  <a:srgbClr val="203C36"/>
                </a:solidFill>
                <a:latin typeface="Roboto Mono Light"/>
                <a:ea typeface="Roboto Mono Light"/>
                <a:cs typeface="Roboto Mono Light"/>
              </a:defRPr>
            </a:pPr>
            <a:r>
              <a:rPr sz="1425">
                <a:solidFill>
                  <a:srgbClr val="203C36"/>
                </a:solidFill>
                <a:latin typeface="Roboto Mono Light"/>
                <a:ea typeface="Roboto Mono Light"/>
                <a:cs typeface="Roboto Mono Light"/>
              </a:rPr>
              <a:t>8 min of questions</a:t>
            </a:r>
          </a:p>
        </p:txBody>
      </p:sp>
    </p:spTree>
    <p:extLst>
      <p:ext uri="{BB962C8B-B14F-4D97-AF65-F5344CB8AC3E}">
        <p14:creationId xmlns:p14="http://schemas.microsoft.com/office/powerpoint/2010/main" val="19186041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5" name="PlaceHolder 1">
            <a:extLst xmlns:a="http://schemas.openxmlformats.org/drawingml/2006/main">
              <a:ext uri="{FF2B5EF4-FFF2-40B4-BE49-F238E27FC236}">
                <a16:creationId xmlns:a16="http://schemas.microsoft.com/office/drawing/2014/main" id="{C50422C8-6D15-42BF-95AD-5BD0C9ECBB48}"/>
              </a:ext>
            </a:extLst>
          </p:cNvPr>
          <p:cNvSpPr>
            <a:spLocks xmlns:a="http://schemas.openxmlformats.org/drawingml/2006/main" noGrp="1"/>
          </p:cNvSpPr>
          <p:nvPr>
            <p:ph type="title" idx="0"/>
          </p:nvPr>
        </p:nvSpPr>
        <p:spPr>
          <a:xfrm xmlns:a="http://schemas.openxmlformats.org/drawingml/2006/main">
            <a:off x="457200" y="1005840"/>
            <a:ext cx="8228880" cy="63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indent="0" algn="ctr">
              <a:buNone/>
              <a:tabLst>
                <a:tab pos="0" algn="l"/>
              </a:tabLst>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Traditional databases</a:t>
            </a:r>
            <a:endParaRPr sz="2800" b="0" u="none">
              <a:solidFill>
                <a:srgbClr val="203C36"/>
              </a:solidFill>
              <a:latin typeface="Roboto Mono Light"/>
              <a:ea typeface="Roboto Mono Light"/>
              <a:cs typeface="Roboto Mono Light"/>
            </a:endParaRPr>
          </a:p>
        </p:txBody>
      </p:sp>
      <p:sp>
        <p:nvSpPr>
          <p:cNvPr id="96" name="Structured data">
            <a:extLst xmlns:a="http://schemas.openxmlformats.org/drawingml/2006/main">
              <a:ext uri="{FF2B5EF4-FFF2-40B4-BE49-F238E27FC236}">
                <a16:creationId xmlns:a16="http://schemas.microsoft.com/office/drawing/2014/main" id="{3D2DB70D-EDC0-4372-9197-9656E4243DCC}"/>
              </a:ext>
            </a:extLst>
          </p:cNvPr>
          <p:cNvSpPr>
            <a:spLocks xmlns:a="http://schemas.openxmlformats.org/drawingml/2006/main" noGrp="1"/>
          </p:cNvSpPr>
          <p:nvPr/>
        </p:nvSpPr>
        <p:spPr>
          <a:xfrm xmlns:a="http://schemas.openxmlformats.org/drawingml/2006/main">
            <a:off x="457200" y="178117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Structured facts: customers, orders, inventory</a:t>
            </a:r>
          </a:p>
        </p:txBody>
      </p:sp>
      <p:sp>
        <p:nvSpPr>
          <p:cNvPr id="97" name="Application">
            <a:extLst xmlns:a="http://schemas.openxmlformats.org/drawingml/2006/main">
              <a:ext uri="{FF2B5EF4-FFF2-40B4-BE49-F238E27FC236}">
                <a16:creationId xmlns:a16="http://schemas.microsoft.com/office/drawing/2014/main" id="{BBD8C80E-AC67-4577-9DBA-BDE6302710AC}"/>
              </a:ext>
            </a:extLst>
          </p:cNvPr>
          <p:cNvSpPr>
            <a:spLocks xmlns:a="http://schemas.openxmlformats.org/drawingml/2006/main" noGrp="1"/>
          </p:cNvSpPr>
          <p:nvPr/>
        </p:nvSpPr>
        <p:spPr>
          <a:xfrm xmlns:a="http://schemas.openxmlformats.org/drawingml/2006/main">
            <a:off x="457200" y="2495550"/>
            <a:ext cx="164782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Application</a:t>
            </a:r>
          </a:p>
        </p:txBody>
      </p:sp>
      <p:sp>
        <p:nvSpPr>
          <p:cNvPr id="98" name="SQL query">
            <a:extLst xmlns:a="http://schemas.openxmlformats.org/drawingml/2006/main">
              <a:ext uri="{FF2B5EF4-FFF2-40B4-BE49-F238E27FC236}">
                <a16:creationId xmlns:a16="http://schemas.microsoft.com/office/drawing/2014/main" id="{29F4758C-4FF7-4500-878E-2F6BA2670E2A}"/>
              </a:ext>
            </a:extLst>
          </p:cNvPr>
          <p:cNvSpPr>
            <a:spLocks xmlns:a="http://schemas.openxmlformats.org/drawingml/2006/main" noGrp="1"/>
          </p:cNvSpPr>
          <p:nvPr/>
        </p:nvSpPr>
        <p:spPr>
          <a:xfrm xmlns:a="http://schemas.openxmlformats.org/drawingml/2006/main">
            <a:off x="2647950" y="2495550"/>
            <a:ext cx="164782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SQL / API</a:t>
            </a:r>
          </a:p>
        </p:txBody>
      </p:sp>
      <p:sp>
        <p:nvSpPr>
          <p:cNvPr id="99" name="Relational database">
            <a:extLst xmlns:a="http://schemas.openxmlformats.org/drawingml/2006/main">
              <a:ext uri="{FF2B5EF4-FFF2-40B4-BE49-F238E27FC236}">
                <a16:creationId xmlns:a16="http://schemas.microsoft.com/office/drawing/2014/main" id="{E98CD550-F124-48AF-8AC8-AC6C4DBE31E6}"/>
              </a:ext>
            </a:extLst>
          </p:cNvPr>
          <p:cNvSpPr>
            <a:spLocks xmlns:a="http://schemas.openxmlformats.org/drawingml/2006/main" noGrp="1"/>
          </p:cNvSpPr>
          <p:nvPr/>
        </p:nvSpPr>
        <p:spPr>
          <a:xfrm xmlns:a="http://schemas.openxmlformats.org/drawingml/2006/main">
            <a:off x="4838700" y="2495550"/>
            <a:ext cx="164782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Database</a:t>
            </a:r>
          </a:p>
        </p:txBody>
      </p:sp>
      <p:sp>
        <p:nvSpPr>
          <p:cNvPr id="100" name="Query results">
            <a:extLst xmlns:a="http://schemas.openxmlformats.org/drawingml/2006/main">
              <a:ext uri="{FF2B5EF4-FFF2-40B4-BE49-F238E27FC236}">
                <a16:creationId xmlns:a16="http://schemas.microsoft.com/office/drawing/2014/main" id="{2FF4302A-933E-4554-BF47-3E79388E78CF}"/>
              </a:ext>
            </a:extLst>
          </p:cNvPr>
          <p:cNvSpPr>
            <a:spLocks xmlns:a="http://schemas.openxmlformats.org/drawingml/2006/main" noGrp="1"/>
          </p:cNvSpPr>
          <p:nvPr/>
        </p:nvSpPr>
        <p:spPr>
          <a:xfrm xmlns:a="http://schemas.openxmlformats.org/drawingml/2006/main">
            <a:off x="7029450" y="2495550"/>
            <a:ext cx="164782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Records</a:t>
            </a:r>
          </a:p>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&amp; totals</a:t>
            </a:r>
          </a:p>
        </p:txBody>
      </p:sp>
      <p:cxnSp>
        <p:nvCxnSpPr>
          <p:cNvPr id="113" name="">
            <a:extLst xmlns:a="http://schemas.openxmlformats.org/drawingml/2006/main">
              <a:ext uri="{FF2B5EF4-FFF2-40B4-BE49-F238E27FC236}">
                <a16:creationId xmlns:a16="http://schemas.microsoft.com/office/drawing/2014/main" id="{9E2DCD7E-4C4E-4D09-8902-ED58A8713D81}"/>
              </a:ext>
            </a:extLst>
          </p:cNvPr>
          <p:cNvCxnSpPr>
            <a:stCxn xmlns:a="http://schemas.openxmlformats.org/drawingml/2006/main" id="97" idx="3"/>
            <a:endCxn xmlns:a="http://schemas.openxmlformats.org/drawingml/2006/main" id="98" idx="1"/>
          </p:cNvCxnSpPr>
          <p:nvPr/>
        </p:nvCxnSpPr>
        <p:spPr>
          <a:xfrm xmlns:a="http://schemas.openxmlformats.org/drawingml/2006/main">
            <a:off x="2105025" y="2809875"/>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14" name="">
            <a:extLst xmlns:a="http://schemas.openxmlformats.org/drawingml/2006/main">
              <a:ext uri="{FF2B5EF4-FFF2-40B4-BE49-F238E27FC236}">
                <a16:creationId xmlns:a16="http://schemas.microsoft.com/office/drawing/2014/main" id="{2BC8418A-44C9-4DF9-BE08-B3D237336F88}"/>
              </a:ext>
            </a:extLst>
          </p:cNvPr>
          <p:cNvCxnSpPr>
            <a:stCxn xmlns:a="http://schemas.openxmlformats.org/drawingml/2006/main" id="98" idx="3"/>
            <a:endCxn xmlns:a="http://schemas.openxmlformats.org/drawingml/2006/main" id="99" idx="1"/>
          </p:cNvCxnSpPr>
          <p:nvPr/>
        </p:nvCxnSpPr>
        <p:spPr>
          <a:xfrm xmlns:a="http://schemas.openxmlformats.org/drawingml/2006/main">
            <a:off x="4295775" y="2809875"/>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15" name="">
            <a:extLst xmlns:a="http://schemas.openxmlformats.org/drawingml/2006/main">
              <a:ext uri="{FF2B5EF4-FFF2-40B4-BE49-F238E27FC236}">
                <a16:creationId xmlns:a16="http://schemas.microsoft.com/office/drawing/2014/main" id="{B2259246-310C-4926-92C7-71A2E0B80BC4}"/>
              </a:ext>
            </a:extLst>
          </p:cNvPr>
          <p:cNvCxnSpPr>
            <a:stCxn xmlns:a="http://schemas.openxmlformats.org/drawingml/2006/main" id="99" idx="3"/>
            <a:endCxn xmlns:a="http://schemas.openxmlformats.org/drawingml/2006/main" id="100" idx="1"/>
          </p:cNvCxnSpPr>
          <p:nvPr/>
        </p:nvCxnSpPr>
        <p:spPr>
          <a:xfrm xmlns:a="http://schemas.openxmlformats.org/drawingml/2006/main">
            <a:off x="6486525" y="2809875"/>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04" name="Database uses">
            <a:extLst xmlns:a="http://schemas.openxmlformats.org/drawingml/2006/main">
              <a:ext uri="{FF2B5EF4-FFF2-40B4-BE49-F238E27FC236}">
                <a16:creationId xmlns:a16="http://schemas.microsoft.com/office/drawing/2014/main" id="{363C5BC2-A365-48ED-9EFE-0E82FDAD8D1A}"/>
              </a:ext>
            </a:extLst>
          </p:cNvPr>
          <p:cNvSpPr>
            <a:spLocks xmlns:a="http://schemas.openxmlformats.org/drawingml/2006/main" noGrp="1"/>
          </p:cNvSpPr>
          <p:nvPr/>
        </p:nvSpPr>
        <p:spPr>
          <a:xfrm xmlns:a="http://schemas.openxmlformats.org/drawingml/2006/main">
            <a:off x="457200" y="3381375"/>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Transactions · stock checks · monthly reporting</a:t>
            </a:r>
          </a:p>
        </p:txBody>
      </p:sp>
      <p:sp>
        <p:nvSpPr>
          <p:cNvPr id="105" name="Question example">
            <a:extLst xmlns:a="http://schemas.openxmlformats.org/drawingml/2006/main">
              <a:ext uri="{FF2B5EF4-FFF2-40B4-BE49-F238E27FC236}">
                <a16:creationId xmlns:a16="http://schemas.microsoft.com/office/drawing/2014/main" id="{A17FF91C-0406-4DF8-811E-0010C56EA479}"/>
              </a:ext>
            </a:extLst>
          </p:cNvPr>
          <p:cNvSpPr>
            <a:spLocks xmlns:a="http://schemas.openxmlformats.org/drawingml/2006/main" noGrp="1"/>
          </p:cNvSpPr>
          <p:nvPr/>
        </p:nvSpPr>
        <p:spPr>
          <a:xfrm xmlns:a="http://schemas.openxmlformats.org/drawingml/2006/main">
            <a:off x="457200" y="3876675"/>
            <a:ext cx="8229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“How many orders shipped today?”</a:t>
            </a:r>
          </a:p>
        </p:txBody>
      </p:sp>
      <p:sp>
        <p:nvSpPr>
          <p:cNvPr id="106" name="Database role">
            <a:extLst xmlns:a="http://schemas.openxmlformats.org/drawingml/2006/main">
              <a:ext uri="{FF2B5EF4-FFF2-40B4-BE49-F238E27FC236}">
                <a16:creationId xmlns:a16="http://schemas.microsoft.com/office/drawing/2014/main" id="{F92599BC-930B-424C-A75B-39869CA0E4AC}"/>
              </a:ext>
            </a:extLst>
          </p:cNvPr>
          <p:cNvSpPr>
            <a:spLocks xmlns:a="http://schemas.openxmlformats.org/drawingml/2006/main" noGrp="1"/>
          </p:cNvSpPr>
          <p:nvPr/>
        </p:nvSpPr>
        <p:spPr>
          <a:xfrm xmlns:a="http://schemas.openxmlformats.org/drawingml/2006/main">
            <a:off x="457200" y="4400550"/>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a:solidFill>
                  <a:srgbClr val="203C36"/>
                </a:solidFill>
                <a:latin typeface="Roboto Mono Light"/>
                <a:ea typeface="Roboto Mono Light"/>
                <a:cs typeface="Roboto Mono Light"/>
              </a:defRPr>
            </a:pPr>
            <a:r>
              <a:rPr sz="1500">
                <a:solidFill>
                  <a:srgbClr val="203C36"/>
                </a:solidFill>
                <a:latin typeface="Roboto Mono Light"/>
                <a:ea typeface="Roboto Mono Light"/>
                <a:cs typeface="Roboto Mono Light"/>
              </a:rPr>
              <a:t>The database remains the system of record.</a:t>
            </a:r>
          </a:p>
        </p:txBody>
      </p:sp>
    </p:spTree>
    <p:extLst>
      <p:ext uri="{BB962C8B-B14F-4D97-AF65-F5344CB8AC3E}">
        <p14:creationId xmlns:p14="http://schemas.microsoft.com/office/powerpoint/2010/main" val="18017764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7" name="PlaceHolder 1">
            <a:extLst xmlns:a="http://schemas.openxmlformats.org/drawingml/2006/main">
              <a:ext uri="{FF2B5EF4-FFF2-40B4-BE49-F238E27FC236}">
                <a16:creationId xmlns:a16="http://schemas.microsoft.com/office/drawing/2014/main" id="{18E6991D-2160-40D3-A15F-5DDF3F8BB02A}"/>
              </a:ext>
            </a:extLst>
          </p:cNvPr>
          <p:cNvSpPr>
            <a:spLocks xmlns:a="http://schemas.openxmlformats.org/drawingml/2006/main" noGrp="1"/>
          </p:cNvSpPr>
          <p:nvPr>
            <p:ph type="title" idx="0"/>
          </p:nvPr>
        </p:nvSpPr>
        <p:spPr>
          <a:xfrm xmlns:a="http://schemas.openxmlformats.org/drawingml/2006/main">
            <a:off x="457200" y="1005840"/>
            <a:ext cx="8228880" cy="63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indent="0" algn="l">
              <a:buNone/>
              <a:tabLst>
                <a:tab pos="0" algn="l"/>
              </a:tabLst>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Why an LLM needs retrieval</a:t>
            </a:r>
            <a:endParaRPr sz="2800" b="0" u="none">
              <a:solidFill>
                <a:srgbClr val="203C36"/>
              </a:solidFill>
              <a:latin typeface="Roboto Mono Light"/>
              <a:ea typeface="Roboto Mono Light"/>
              <a:cs typeface="Roboto Mono Light"/>
            </a:endParaRPr>
          </a:p>
        </p:txBody>
      </p:sp>
      <p:sp>
        <p:nvSpPr>
          <p:cNvPr id="98" name="Knowledge gap">
            <a:extLst xmlns:a="http://schemas.openxmlformats.org/drawingml/2006/main">
              <a:ext uri="{FF2B5EF4-FFF2-40B4-BE49-F238E27FC236}">
                <a16:creationId xmlns:a16="http://schemas.microsoft.com/office/drawing/2014/main" id="{635CEFFD-BA4B-47C0-BF3C-E3283DF69582}"/>
              </a:ext>
            </a:extLst>
          </p:cNvPr>
          <p:cNvSpPr>
            <a:spLocks xmlns:a="http://schemas.openxmlformats.org/drawingml/2006/main" noGrp="1"/>
          </p:cNvSpPr>
          <p:nvPr/>
        </p:nvSpPr>
        <p:spPr>
          <a:xfrm xmlns:a="http://schemas.openxmlformats.org/drawingml/2006/main">
            <a:off x="457200" y="1752600"/>
            <a:ext cx="8229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00">
                <a:solidFill>
                  <a:srgbClr val="203C36"/>
                </a:solidFill>
                <a:latin typeface="Roboto Mono Light"/>
                <a:ea typeface="Roboto Mono Light"/>
                <a:cs typeface="Roboto Mono Light"/>
              </a:defRPr>
            </a:pPr>
            <a:r>
              <a:rPr sz="1700">
                <a:solidFill>
                  <a:srgbClr val="203C36"/>
                </a:solidFill>
                <a:latin typeface="Roboto Mono Light"/>
                <a:ea typeface="Roboto Mono Light"/>
                <a:cs typeface="Roboto Mono Light"/>
              </a:rPr>
              <a:t>A large language model (LLM) can write fluently,</a:t>
            </a:r>
          </a:p>
          <a:p xmlns:a="http://schemas.openxmlformats.org/drawingml/2006/main">
            <a:pPr algn="l">
              <a:buNone/>
              <a:defRPr sz="1700">
                <a:solidFill>
                  <a:srgbClr val="203C36"/>
                </a:solidFill>
                <a:latin typeface="Roboto Mono Light"/>
                <a:ea typeface="Roboto Mono Light"/>
                <a:cs typeface="Roboto Mono Light"/>
              </a:defRPr>
            </a:pPr>
            <a:r>
              <a:rPr sz="1700">
                <a:solidFill>
                  <a:srgbClr val="203C36"/>
                </a:solidFill>
                <a:latin typeface="Roboto Mono Light"/>
                <a:ea typeface="Roboto Mono Light"/>
                <a:cs typeface="Roboto Mono Light"/>
              </a:rPr>
              <a:t>yet miss private documents and recent updates.</a:t>
            </a:r>
          </a:p>
        </p:txBody>
      </p:sp>
      <p:sp>
        <p:nvSpPr>
          <p:cNvPr id="99" name="Knowledge source">
            <a:extLst xmlns:a="http://schemas.openxmlformats.org/drawingml/2006/main">
              <a:ext uri="{FF2B5EF4-FFF2-40B4-BE49-F238E27FC236}">
                <a16:creationId xmlns:a16="http://schemas.microsoft.com/office/drawing/2014/main" id="{6D12EE4A-D3EC-4CB7-A48C-78BEBA8296CC}"/>
              </a:ext>
            </a:extLst>
          </p:cNvPr>
          <p:cNvSpPr>
            <a:spLocks xmlns:a="http://schemas.openxmlformats.org/drawingml/2006/main" noGrp="1"/>
          </p:cNvSpPr>
          <p:nvPr/>
        </p:nvSpPr>
        <p:spPr>
          <a:xfrm xmlns:a="http://schemas.openxmlformats.org/drawingml/2006/main">
            <a:off x="2466975" y="2409825"/>
            <a:ext cx="1733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00">
                <a:solidFill>
                  <a:srgbClr val="203C36"/>
                </a:solidFill>
                <a:latin typeface="Roboto Mono Light"/>
                <a:ea typeface="Roboto Mono Light"/>
                <a:cs typeface="Roboto Mono Light"/>
              </a:defRPr>
            </a:pPr>
            <a:r>
              <a:rPr sz="1400">
                <a:solidFill>
                  <a:srgbClr val="203C36"/>
                </a:solidFill>
                <a:latin typeface="Roboto Mono Light"/>
                <a:ea typeface="Roboto Mono Light"/>
                <a:cs typeface="Roboto Mono Light"/>
              </a:rPr>
              <a:t>Your documents</a:t>
            </a:r>
          </a:p>
        </p:txBody>
      </p:sp>
      <p:sp>
        <p:nvSpPr>
          <p:cNvPr id="100" name="User question">
            <a:extLst xmlns:a="http://schemas.openxmlformats.org/drawingml/2006/main">
              <a:ext uri="{FF2B5EF4-FFF2-40B4-BE49-F238E27FC236}">
                <a16:creationId xmlns:a16="http://schemas.microsoft.com/office/drawing/2014/main" id="{3F075F1E-8622-4D67-936B-7D9FBE54EF65}"/>
              </a:ext>
            </a:extLst>
          </p:cNvPr>
          <p:cNvSpPr>
            <a:spLocks xmlns:a="http://schemas.openxmlformats.org/drawingml/2006/main" noGrp="1"/>
          </p:cNvSpPr>
          <p:nvPr/>
        </p:nvSpPr>
        <p:spPr>
          <a:xfrm xmlns:a="http://schemas.openxmlformats.org/drawingml/2006/main">
            <a:off x="457200" y="2962275"/>
            <a:ext cx="1647825" cy="6667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Question</a:t>
            </a:r>
          </a:p>
        </p:txBody>
      </p:sp>
      <p:sp>
        <p:nvSpPr>
          <p:cNvPr id="101" name="Retriever">
            <a:extLst xmlns:a="http://schemas.openxmlformats.org/drawingml/2006/main">
              <a:ext uri="{FF2B5EF4-FFF2-40B4-BE49-F238E27FC236}">
                <a16:creationId xmlns:a16="http://schemas.microsoft.com/office/drawing/2014/main" id="{21693531-5234-4E7D-87D1-7D1DF4AE54F8}"/>
              </a:ext>
            </a:extLst>
          </p:cNvPr>
          <p:cNvSpPr>
            <a:spLocks xmlns:a="http://schemas.openxmlformats.org/drawingml/2006/main" noGrp="1"/>
          </p:cNvSpPr>
          <p:nvPr/>
        </p:nvSpPr>
        <p:spPr>
          <a:xfrm xmlns:a="http://schemas.openxmlformats.org/drawingml/2006/main">
            <a:off x="2647950" y="2962275"/>
            <a:ext cx="1647825" cy="6667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Retrieval</a:t>
            </a:r>
          </a:p>
        </p:txBody>
      </p:sp>
      <p:sp>
        <p:nvSpPr>
          <p:cNvPr id="102" name="Grounded generator">
            <a:extLst xmlns:a="http://schemas.openxmlformats.org/drawingml/2006/main">
              <a:ext uri="{FF2B5EF4-FFF2-40B4-BE49-F238E27FC236}">
                <a16:creationId xmlns:a16="http://schemas.microsoft.com/office/drawing/2014/main" id="{8FECBC7C-BF9E-4E46-958E-26BBE12077E7}"/>
              </a:ext>
            </a:extLst>
          </p:cNvPr>
          <p:cNvSpPr>
            <a:spLocks xmlns:a="http://schemas.openxmlformats.org/drawingml/2006/main" noGrp="1"/>
          </p:cNvSpPr>
          <p:nvPr/>
        </p:nvSpPr>
        <p:spPr>
          <a:xfrm xmlns:a="http://schemas.openxmlformats.org/drawingml/2006/main">
            <a:off x="4838700" y="2962275"/>
            <a:ext cx="1647825" cy="6667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LLM</a:t>
            </a:r>
          </a:p>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 context</a:t>
            </a:r>
          </a:p>
        </p:txBody>
      </p:sp>
      <p:sp>
        <p:nvSpPr>
          <p:cNvPr id="103" name="Cited answer">
            <a:extLst xmlns:a="http://schemas.openxmlformats.org/drawingml/2006/main">
              <a:ext uri="{FF2B5EF4-FFF2-40B4-BE49-F238E27FC236}">
                <a16:creationId xmlns:a16="http://schemas.microsoft.com/office/drawing/2014/main" id="{C36FFDEB-F0A2-42C8-82C3-F12CDB5A4553}"/>
              </a:ext>
            </a:extLst>
          </p:cNvPr>
          <p:cNvSpPr>
            <a:spLocks xmlns:a="http://schemas.openxmlformats.org/drawingml/2006/main" noGrp="1"/>
          </p:cNvSpPr>
          <p:nvPr/>
        </p:nvSpPr>
        <p:spPr>
          <a:xfrm xmlns:a="http://schemas.openxmlformats.org/drawingml/2006/main">
            <a:off x="7029450" y="2962275"/>
            <a:ext cx="1647825" cy="6667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Answer</a:t>
            </a:r>
          </a:p>
          <a:p xmlns:a="http://schemas.openxmlformats.org/drawingml/2006/main">
            <a:pPr algn="ctr">
              <a:buNone/>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 sources</a:t>
            </a:r>
          </a:p>
        </p:txBody>
      </p:sp>
      <p:cxnSp>
        <p:nvCxnSpPr>
          <p:cNvPr id="118" name="">
            <a:extLst xmlns:a="http://schemas.openxmlformats.org/drawingml/2006/main">
              <a:ext uri="{FF2B5EF4-FFF2-40B4-BE49-F238E27FC236}">
                <a16:creationId xmlns:a16="http://schemas.microsoft.com/office/drawing/2014/main" id="{55CFAC73-599B-4922-BE33-69918EF1E75B}"/>
              </a:ext>
            </a:extLst>
          </p:cNvPr>
          <p:cNvCxnSpPr>
            <a:stCxn xmlns:a="http://schemas.openxmlformats.org/drawingml/2006/main" id="100" idx="3"/>
            <a:endCxn xmlns:a="http://schemas.openxmlformats.org/drawingml/2006/main" id="101" idx="1"/>
          </p:cNvCxnSpPr>
          <p:nvPr/>
        </p:nvCxnSpPr>
        <p:spPr>
          <a:xfrm xmlns:a="http://schemas.openxmlformats.org/drawingml/2006/main">
            <a:off x="2105025" y="3295650"/>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19" name="">
            <a:extLst xmlns:a="http://schemas.openxmlformats.org/drawingml/2006/main">
              <a:ext uri="{FF2B5EF4-FFF2-40B4-BE49-F238E27FC236}">
                <a16:creationId xmlns:a16="http://schemas.microsoft.com/office/drawing/2014/main" id="{648292CE-A893-4BDD-9E5A-01867FFC4CEA}"/>
              </a:ext>
            </a:extLst>
          </p:cNvPr>
          <p:cNvCxnSpPr>
            <a:stCxn xmlns:a="http://schemas.openxmlformats.org/drawingml/2006/main" id="101" idx="3"/>
            <a:endCxn xmlns:a="http://schemas.openxmlformats.org/drawingml/2006/main" id="102" idx="1"/>
          </p:cNvCxnSpPr>
          <p:nvPr/>
        </p:nvCxnSpPr>
        <p:spPr>
          <a:xfrm xmlns:a="http://schemas.openxmlformats.org/drawingml/2006/main">
            <a:off x="4295775" y="3295650"/>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20" name="">
            <a:extLst xmlns:a="http://schemas.openxmlformats.org/drawingml/2006/main">
              <a:ext uri="{FF2B5EF4-FFF2-40B4-BE49-F238E27FC236}">
                <a16:creationId xmlns:a16="http://schemas.microsoft.com/office/drawing/2014/main" id="{5B4C296D-E1F3-4775-AF93-B45934D0A1B1}"/>
              </a:ext>
            </a:extLst>
          </p:cNvPr>
          <p:cNvCxnSpPr>
            <a:stCxn xmlns:a="http://schemas.openxmlformats.org/drawingml/2006/main" id="102" idx="3"/>
            <a:endCxn xmlns:a="http://schemas.openxmlformats.org/drawingml/2006/main" id="103" idx="1"/>
          </p:cNvCxnSpPr>
          <p:nvPr/>
        </p:nvCxnSpPr>
        <p:spPr>
          <a:xfrm xmlns:a="http://schemas.openxmlformats.org/drawingml/2006/main">
            <a:off x="6486525" y="3295650"/>
            <a:ext cx="542925" cy="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07" name="Document flow anchor">
            <a:extLst xmlns:a="http://schemas.openxmlformats.org/drawingml/2006/main">
              <a:ext uri="{FF2B5EF4-FFF2-40B4-BE49-F238E27FC236}">
                <a16:creationId xmlns:a16="http://schemas.microsoft.com/office/drawing/2014/main" id="{5418B017-423C-451A-9170-157A2FCD0F0F}"/>
              </a:ext>
            </a:extLst>
          </p:cNvPr>
          <p:cNvSpPr>
            <a:spLocks xmlns:a="http://schemas.openxmlformats.org/drawingml/2006/main" noGrp="1"/>
          </p:cNvSpPr>
          <p:nvPr/>
        </p:nvSpPr>
        <p:spPr>
          <a:xfrm xmlns:a="http://schemas.openxmlformats.org/drawingml/2006/main">
            <a:off x="3457575" y="26670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122" name="">
            <a:extLst xmlns:a="http://schemas.openxmlformats.org/drawingml/2006/main">
              <a:ext uri="{FF2B5EF4-FFF2-40B4-BE49-F238E27FC236}">
                <a16:creationId xmlns:a16="http://schemas.microsoft.com/office/drawing/2014/main" id="{A59C3EAF-66B3-47F5-B430-A259595AC15C}"/>
              </a:ext>
            </a:extLst>
          </p:cNvPr>
          <p:cNvCxnSpPr>
            <a:stCxn xmlns:a="http://schemas.openxmlformats.org/drawingml/2006/main" id="107" idx="2"/>
            <a:endCxn xmlns:a="http://schemas.openxmlformats.org/drawingml/2006/main" id="101" idx="0"/>
          </p:cNvCxnSpPr>
          <p:nvPr/>
        </p:nvCxnSpPr>
        <p:spPr>
          <a:xfrm xmlns:a="http://schemas.openxmlformats.org/drawingml/2006/main">
            <a:off x="3462338" y="2676525"/>
            <a:ext cx="9525" cy="28575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09" name="RAG definition">
            <a:extLst xmlns:a="http://schemas.openxmlformats.org/drawingml/2006/main">
              <a:ext uri="{FF2B5EF4-FFF2-40B4-BE49-F238E27FC236}">
                <a16:creationId xmlns:a16="http://schemas.microsoft.com/office/drawing/2014/main" id="{31694E67-637D-4DFB-8C12-A2B3DC0DEEE1}"/>
              </a:ext>
            </a:extLst>
          </p:cNvPr>
          <p:cNvSpPr>
            <a:spLocks xmlns:a="http://schemas.openxmlformats.org/drawingml/2006/main" noGrp="1"/>
          </p:cNvSpPr>
          <p:nvPr/>
        </p:nvSpPr>
        <p:spPr>
          <a:xfrm xmlns:a="http://schemas.openxmlformats.org/drawingml/2006/main">
            <a:off x="457200" y="389572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RAG = Retrieval-Augmented Generation</a:t>
            </a:r>
          </a:p>
        </p:txBody>
      </p:sp>
      <p:sp>
        <p:nvSpPr>
          <p:cNvPr id="110" name="Freshness condition">
            <a:extLst xmlns:a="http://schemas.openxmlformats.org/drawingml/2006/main">
              <a:ext uri="{FF2B5EF4-FFF2-40B4-BE49-F238E27FC236}">
                <a16:creationId xmlns:a16="http://schemas.microsoft.com/office/drawing/2014/main" id="{07194735-9F43-45C9-A549-CA9D8DF749BF}"/>
              </a:ext>
            </a:extLst>
          </p:cNvPr>
          <p:cNvSpPr>
            <a:spLocks xmlns:a="http://schemas.openxmlformats.org/drawingml/2006/main" noGrp="1"/>
          </p:cNvSpPr>
          <p:nvPr/>
        </p:nvSpPr>
        <p:spPr>
          <a:xfrm xmlns:a="http://schemas.openxmlformats.org/drawingml/2006/main">
            <a:off x="457200" y="4410075"/>
            <a:ext cx="8229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a:solidFill>
                  <a:srgbClr val="203C36"/>
                </a:solidFill>
                <a:latin typeface="Roboto Mono Light"/>
                <a:ea typeface="Roboto Mono Light"/>
                <a:cs typeface="Roboto Mono Light"/>
              </a:defRPr>
            </a:pPr>
            <a:r>
              <a:rPr sz="1500">
                <a:solidFill>
                  <a:srgbClr val="203C36"/>
                </a:solidFill>
                <a:latin typeface="Roboto Mono Light"/>
                <a:ea typeface="Roboto Mono Light"/>
                <a:cs typeface="Roboto Mono Light"/>
              </a:rPr>
              <a:t>Freshness depends on keeping the source up to date.</a:t>
            </a:r>
          </a:p>
        </p:txBody>
      </p:sp>
    </p:spTree>
    <p:extLst>
      <p:ext uri="{BB962C8B-B14F-4D97-AF65-F5344CB8AC3E}">
        <p14:creationId xmlns:p14="http://schemas.microsoft.com/office/powerpoint/2010/main" val="110491281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7" name="PlaceHolder 1">
            <a:extLst xmlns:a="http://schemas.openxmlformats.org/drawingml/2006/main">
              <a:ext uri="{FF2B5EF4-FFF2-40B4-BE49-F238E27FC236}">
                <a16:creationId xmlns:a16="http://schemas.microsoft.com/office/drawing/2014/main" id="{18E6991D-2160-40D3-A15F-5DDF3F8BB02A}"/>
              </a:ext>
            </a:extLst>
          </p:cNvPr>
          <p:cNvSpPr>
            <a:spLocks xmlns:a="http://schemas.openxmlformats.org/drawingml/2006/main" noGrp="1"/>
          </p:cNvSpPr>
          <p:nvPr>
            <p:ph type="title" idx="0"/>
          </p:nvPr>
        </p:nvSpPr>
        <p:spPr>
          <a:xfrm xmlns:a="http://schemas.openxmlformats.org/drawingml/2006/main">
            <a:off x="457200" y="1005840"/>
            <a:ext cx="8228880" cy="63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indent="0" algn="l">
              <a:buNone/>
              <a:tabLst>
                <a:tab pos="0" algn="l"/>
              </a:tabLst>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The RAG pipeline</a:t>
            </a:r>
            <a:endParaRPr sz="2800" b="0" u="none">
              <a:solidFill>
                <a:srgbClr val="203C36"/>
              </a:solidFill>
              <a:latin typeface="Roboto Mono Light"/>
              <a:ea typeface="Roboto Mono Light"/>
              <a:cs typeface="Roboto Mono Light"/>
            </a:endParaRPr>
          </a:p>
        </p:txBody>
      </p:sp>
      <p:sp>
        <p:nvSpPr>
          <p:cNvPr id="98" name="Ingestion lane">
            <a:extLst xmlns:a="http://schemas.openxmlformats.org/drawingml/2006/main">
              <a:ext uri="{FF2B5EF4-FFF2-40B4-BE49-F238E27FC236}">
                <a16:creationId xmlns:a16="http://schemas.microsoft.com/office/drawing/2014/main" id="{51C01440-06A3-4149-88A1-100192DD1E33}"/>
              </a:ext>
            </a:extLst>
          </p:cNvPr>
          <p:cNvSpPr>
            <a:spLocks xmlns:a="http://schemas.openxmlformats.org/drawingml/2006/main" noGrp="1"/>
          </p:cNvSpPr>
          <p:nvPr/>
        </p:nvSpPr>
        <p:spPr>
          <a:xfrm xmlns:a="http://schemas.openxmlformats.org/drawingml/2006/main">
            <a:off x="457200" y="1866900"/>
            <a:ext cx="1362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00">
                <a:solidFill>
                  <a:srgbClr val="203C36"/>
                </a:solidFill>
                <a:latin typeface="Roboto Mono Light"/>
                <a:ea typeface="Roboto Mono Light"/>
                <a:cs typeface="Roboto Mono Light"/>
              </a:defRPr>
            </a:pPr>
            <a:r>
              <a:rPr sz="1400">
                <a:solidFill>
                  <a:srgbClr val="203C36"/>
                </a:solidFill>
                <a:latin typeface="Roboto Mono Light"/>
                <a:ea typeface="Roboto Mono Light"/>
                <a:cs typeface="Roboto Mono Light"/>
              </a:rPr>
              <a:t>PREPARE</a:t>
            </a:r>
          </a:p>
        </p:txBody>
      </p:sp>
      <p:sp>
        <p:nvSpPr>
          <p:cNvPr id="99" name="Documents">
            <a:extLst xmlns:a="http://schemas.openxmlformats.org/drawingml/2006/main">
              <a:ext uri="{FF2B5EF4-FFF2-40B4-BE49-F238E27FC236}">
                <a16:creationId xmlns:a16="http://schemas.microsoft.com/office/drawing/2014/main" id="{9A77ECCD-3075-43E3-B9D0-D23CCD799603}"/>
              </a:ext>
            </a:extLst>
          </p:cNvPr>
          <p:cNvSpPr>
            <a:spLocks xmlns:a="http://schemas.openxmlformats.org/drawingml/2006/main" noGrp="1"/>
          </p:cNvSpPr>
          <p:nvPr/>
        </p:nvSpPr>
        <p:spPr>
          <a:xfrm xmlns:a="http://schemas.openxmlformats.org/drawingml/2006/main">
            <a:off x="1952625" y="1828800"/>
            <a:ext cx="1438275" cy="57150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buNone/>
              <a:defRPr sz="1500">
                <a:solidFill>
                  <a:srgbClr val="203C36"/>
                </a:solidFill>
                <a:latin typeface="Roboto Mono Light"/>
                <a:ea typeface="Roboto Mono Light"/>
                <a:cs typeface="Roboto Mono Light"/>
              </a:defRPr>
            </a:pPr>
            <a:r>
              <a:rPr sz="1500">
                <a:solidFill>
                  <a:srgbClr val="203C36"/>
                </a:solidFill>
                <a:latin typeface="Roboto Mono Light"/>
                <a:ea typeface="Roboto Mono Light"/>
                <a:cs typeface="Roboto Mono Light"/>
              </a:rPr>
              <a:t>Documents</a:t>
            </a:r>
          </a:p>
        </p:txBody>
      </p:sp>
      <p:sp>
        <p:nvSpPr>
          <p:cNvPr id="100" name="Clean and chunk">
            <a:extLst xmlns:a="http://schemas.openxmlformats.org/drawingml/2006/main">
              <a:ext uri="{FF2B5EF4-FFF2-40B4-BE49-F238E27FC236}">
                <a16:creationId xmlns:a16="http://schemas.microsoft.com/office/drawing/2014/main" id="{E36FA5C5-215B-4375-83F7-BD521DC7AD00}"/>
              </a:ext>
            </a:extLst>
          </p:cNvPr>
          <p:cNvSpPr>
            <a:spLocks xmlns:a="http://schemas.openxmlformats.org/drawingml/2006/main" noGrp="1"/>
          </p:cNvSpPr>
          <p:nvPr/>
        </p:nvSpPr>
        <p:spPr>
          <a:xfrm xmlns:a="http://schemas.openxmlformats.org/drawingml/2006/main">
            <a:off x="3705225" y="1828800"/>
            <a:ext cx="1438275" cy="57150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Read, clean</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 chunk</a:t>
            </a:r>
          </a:p>
        </p:txBody>
      </p:sp>
      <p:sp>
        <p:nvSpPr>
          <p:cNvPr id="101" name="Embed chunks">
            <a:extLst xmlns:a="http://schemas.openxmlformats.org/drawingml/2006/main">
              <a:ext uri="{FF2B5EF4-FFF2-40B4-BE49-F238E27FC236}">
                <a16:creationId xmlns:a16="http://schemas.microsoft.com/office/drawing/2014/main" id="{FC592F03-8402-468F-8C6B-A5ACE3C6077D}"/>
              </a:ext>
            </a:extLst>
          </p:cNvPr>
          <p:cNvSpPr>
            <a:spLocks xmlns:a="http://schemas.openxmlformats.org/drawingml/2006/main" noGrp="1"/>
          </p:cNvSpPr>
          <p:nvPr/>
        </p:nvSpPr>
        <p:spPr>
          <a:xfrm xmlns:a="http://schemas.openxmlformats.org/drawingml/2006/main">
            <a:off x="5457825" y="1828800"/>
            <a:ext cx="1438275" cy="57150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Create</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vectors</a:t>
            </a:r>
          </a:p>
        </p:txBody>
      </p:sp>
      <p:sp>
        <p:nvSpPr>
          <p:cNvPr id="102" name="Search index">
            <a:extLst xmlns:a="http://schemas.openxmlformats.org/drawingml/2006/main">
              <a:ext uri="{FF2B5EF4-FFF2-40B4-BE49-F238E27FC236}">
                <a16:creationId xmlns:a16="http://schemas.microsoft.com/office/drawing/2014/main" id="{51321C4B-30D6-4AA5-96F7-A3FECCB93EF8}"/>
              </a:ext>
            </a:extLst>
          </p:cNvPr>
          <p:cNvSpPr>
            <a:spLocks xmlns:a="http://schemas.openxmlformats.org/drawingml/2006/main" noGrp="1"/>
          </p:cNvSpPr>
          <p:nvPr/>
        </p:nvSpPr>
        <p:spPr>
          <a:xfrm xmlns:a="http://schemas.openxmlformats.org/drawingml/2006/main">
            <a:off x="7210425" y="1828800"/>
            <a:ext cx="1438275" cy="57150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Store in</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vector DB</a:t>
            </a:r>
          </a:p>
        </p:txBody>
      </p:sp>
      <p:cxnSp>
        <p:nvCxnSpPr>
          <p:cNvPr id="127" name="">
            <a:extLst xmlns:a="http://schemas.openxmlformats.org/drawingml/2006/main">
              <a:ext uri="{FF2B5EF4-FFF2-40B4-BE49-F238E27FC236}">
                <a16:creationId xmlns:a16="http://schemas.microsoft.com/office/drawing/2014/main" id="{FF7A7B48-C39A-4FE7-9055-6999C316C8B5}"/>
              </a:ext>
            </a:extLst>
          </p:cNvPr>
          <p:cNvCxnSpPr>
            <a:stCxn xmlns:a="http://schemas.openxmlformats.org/drawingml/2006/main" id="99" idx="3"/>
            <a:endCxn xmlns:a="http://schemas.openxmlformats.org/drawingml/2006/main" id="100" idx="1"/>
          </p:cNvCxnSpPr>
          <p:nvPr/>
        </p:nvCxnSpPr>
        <p:spPr>
          <a:xfrm xmlns:a="http://schemas.openxmlformats.org/drawingml/2006/main">
            <a:off x="3390900" y="21145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28" name="">
            <a:extLst xmlns:a="http://schemas.openxmlformats.org/drawingml/2006/main">
              <a:ext uri="{FF2B5EF4-FFF2-40B4-BE49-F238E27FC236}">
                <a16:creationId xmlns:a16="http://schemas.microsoft.com/office/drawing/2014/main" id="{3FB49753-4489-4318-99EF-0BD2C3880200}"/>
              </a:ext>
            </a:extLst>
          </p:cNvPr>
          <p:cNvCxnSpPr>
            <a:stCxn xmlns:a="http://schemas.openxmlformats.org/drawingml/2006/main" id="100" idx="3"/>
            <a:endCxn xmlns:a="http://schemas.openxmlformats.org/drawingml/2006/main" id="101" idx="1"/>
          </p:cNvCxnSpPr>
          <p:nvPr/>
        </p:nvCxnSpPr>
        <p:spPr>
          <a:xfrm xmlns:a="http://schemas.openxmlformats.org/drawingml/2006/main">
            <a:off x="5143500" y="21145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29" name="">
            <a:extLst xmlns:a="http://schemas.openxmlformats.org/drawingml/2006/main">
              <a:ext uri="{FF2B5EF4-FFF2-40B4-BE49-F238E27FC236}">
                <a16:creationId xmlns:a16="http://schemas.microsoft.com/office/drawing/2014/main" id="{7378447E-6A14-46A8-AC03-E19A3CA22321}"/>
              </a:ext>
            </a:extLst>
          </p:cNvPr>
          <p:cNvCxnSpPr>
            <a:stCxn xmlns:a="http://schemas.openxmlformats.org/drawingml/2006/main" id="101" idx="3"/>
            <a:endCxn xmlns:a="http://schemas.openxmlformats.org/drawingml/2006/main" id="102" idx="1"/>
          </p:cNvCxnSpPr>
          <p:nvPr/>
        </p:nvCxnSpPr>
        <p:spPr>
          <a:xfrm xmlns:a="http://schemas.openxmlformats.org/drawingml/2006/main">
            <a:off x="6896100" y="21145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06" name="Query lane">
            <a:extLst xmlns:a="http://schemas.openxmlformats.org/drawingml/2006/main">
              <a:ext uri="{FF2B5EF4-FFF2-40B4-BE49-F238E27FC236}">
                <a16:creationId xmlns:a16="http://schemas.microsoft.com/office/drawing/2014/main" id="{F9329D0C-C1FC-476D-AF70-1D8D570FE357}"/>
              </a:ext>
            </a:extLst>
          </p:cNvPr>
          <p:cNvSpPr>
            <a:spLocks xmlns:a="http://schemas.openxmlformats.org/drawingml/2006/main" noGrp="1"/>
          </p:cNvSpPr>
          <p:nvPr/>
        </p:nvSpPr>
        <p:spPr>
          <a:xfrm xmlns:a="http://schemas.openxmlformats.org/drawingml/2006/main">
            <a:off x="457200" y="2771775"/>
            <a:ext cx="136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ASK</a:t>
            </a:r>
          </a:p>
        </p:txBody>
      </p:sp>
      <p:sp>
        <p:nvSpPr>
          <p:cNvPr id="107" name="Embed question">
            <a:extLst xmlns:a="http://schemas.openxmlformats.org/drawingml/2006/main">
              <a:ext uri="{FF2B5EF4-FFF2-40B4-BE49-F238E27FC236}">
                <a16:creationId xmlns:a16="http://schemas.microsoft.com/office/drawing/2014/main" id="{360AEBBD-37DC-4F12-B96F-6C2F15253F39}"/>
              </a:ext>
            </a:extLst>
          </p:cNvPr>
          <p:cNvSpPr>
            <a:spLocks xmlns:a="http://schemas.openxmlformats.org/drawingml/2006/main" noGrp="1"/>
          </p:cNvSpPr>
          <p:nvPr/>
        </p:nvSpPr>
        <p:spPr>
          <a:xfrm xmlns:a="http://schemas.openxmlformats.org/drawingml/2006/main">
            <a:off x="1952625" y="2752725"/>
            <a:ext cx="143827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Question</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vector</a:t>
            </a:r>
          </a:p>
        </p:txBody>
      </p:sp>
      <p:sp>
        <p:nvSpPr>
          <p:cNvPr id="108" name="Retrieve top k">
            <a:extLst xmlns:a="http://schemas.openxmlformats.org/drawingml/2006/main">
              <a:ext uri="{FF2B5EF4-FFF2-40B4-BE49-F238E27FC236}">
                <a16:creationId xmlns:a16="http://schemas.microsoft.com/office/drawing/2014/main" id="{66C93E88-1DA0-459B-A8A0-460A03EDC008}"/>
              </a:ext>
            </a:extLst>
          </p:cNvPr>
          <p:cNvSpPr>
            <a:spLocks xmlns:a="http://schemas.openxmlformats.org/drawingml/2006/main" noGrp="1"/>
          </p:cNvSpPr>
          <p:nvPr/>
        </p:nvSpPr>
        <p:spPr>
          <a:xfrm xmlns:a="http://schemas.openxmlformats.org/drawingml/2006/main">
            <a:off x="3705225" y="2752725"/>
            <a:ext cx="143827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Find similar</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passages</a:t>
            </a:r>
          </a:p>
        </p:txBody>
      </p:sp>
      <p:sp>
        <p:nvSpPr>
          <p:cNvPr id="109" name="Assemble context">
            <a:extLst xmlns:a="http://schemas.openxmlformats.org/drawingml/2006/main">
              <a:ext uri="{FF2B5EF4-FFF2-40B4-BE49-F238E27FC236}">
                <a16:creationId xmlns:a16="http://schemas.microsoft.com/office/drawing/2014/main" id="{FBA7A459-582E-44B0-B2D5-C9F45D45877F}"/>
              </a:ext>
            </a:extLst>
          </p:cNvPr>
          <p:cNvSpPr>
            <a:spLocks xmlns:a="http://schemas.openxmlformats.org/drawingml/2006/main" noGrp="1"/>
          </p:cNvSpPr>
          <p:nvPr/>
        </p:nvSpPr>
        <p:spPr>
          <a:xfrm xmlns:a="http://schemas.openxmlformats.org/drawingml/2006/main">
            <a:off x="5457825" y="2752725"/>
            <a:ext cx="143827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Passages</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 question</a:t>
            </a:r>
          </a:p>
        </p:txBody>
      </p:sp>
      <p:sp>
        <p:nvSpPr>
          <p:cNvPr id="110" name="Generate answer">
            <a:extLst xmlns:a="http://schemas.openxmlformats.org/drawingml/2006/main">
              <a:ext uri="{FF2B5EF4-FFF2-40B4-BE49-F238E27FC236}">
                <a16:creationId xmlns:a16="http://schemas.microsoft.com/office/drawing/2014/main" id="{3761E242-E27A-4BE6-8B60-FC5BCBD5F979}"/>
              </a:ext>
            </a:extLst>
          </p:cNvPr>
          <p:cNvSpPr>
            <a:spLocks xmlns:a="http://schemas.openxmlformats.org/drawingml/2006/main" noGrp="1"/>
          </p:cNvSpPr>
          <p:nvPr/>
        </p:nvSpPr>
        <p:spPr>
          <a:xfrm xmlns:a="http://schemas.openxmlformats.org/drawingml/2006/main">
            <a:off x="7210425" y="2752725"/>
            <a:ext cx="1438275" cy="628650"/>
          </a:xfrm>
          <a:prstGeom xmlns:a="http://schemas.openxmlformats.org/drawingml/2006/main" prst="rect">
            <a:avLst/>
          </a:prstGeom>
          <a:solidFill xmlns:a="http://schemas.openxmlformats.org/drawingml/2006/main">
            <a:srgbClr val="E3E4DC"/>
          </a:solidFill>
          <a:ln xmlns:a="http://schemas.openxmlformats.org/drawingml/2006/main" w="13335">
            <a:solidFill>
              <a:srgbClr val="203C36"/>
            </a:solidFill>
          </a:ln>
        </p:spPr>
        <p:txBody>
          <a:bodyPr xmlns:a="http://schemas.openxmlformats.org/drawingml/2006/main" wrap="square" lIns="0" tIns="0" rIns="0" bIns="0" anchor="ctr">
            <a:noAutofit/>
          </a:bodyPr>
          <a:lstStyle xmlns:a="http://schemas.openxmlformats.org/drawingml/2006/main">
            <a:defPPr algn="ctr">
              <a:defRPr sz="1350">
                <a:solidFill>
                  <a:srgbClr val="203C36"/>
                </a:solidFill>
                <a:latin typeface="Roboto Mono Light"/>
                <a:ea typeface="Roboto Mono Light"/>
                <a:cs typeface="Roboto Mono Light"/>
              </a:defRPr>
            </a:defPPr>
          </a:lstStyle>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LLM answer</a:t>
            </a:r>
          </a:p>
          <a:p xmlns:a="http://schemas.openxmlformats.org/drawingml/2006/main">
            <a:pPr algn="ctr">
              <a:buNone/>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 citations</a:t>
            </a:r>
          </a:p>
        </p:txBody>
      </p:sp>
      <p:cxnSp>
        <p:nvCxnSpPr>
          <p:cNvPr id="135" name="">
            <a:extLst xmlns:a="http://schemas.openxmlformats.org/drawingml/2006/main">
              <a:ext uri="{FF2B5EF4-FFF2-40B4-BE49-F238E27FC236}">
                <a16:creationId xmlns:a16="http://schemas.microsoft.com/office/drawing/2014/main" id="{09C2C23B-434B-4A37-8535-177C2A936356}"/>
              </a:ext>
            </a:extLst>
          </p:cNvPr>
          <p:cNvCxnSpPr>
            <a:stCxn xmlns:a="http://schemas.openxmlformats.org/drawingml/2006/main" id="107" idx="3"/>
            <a:endCxn xmlns:a="http://schemas.openxmlformats.org/drawingml/2006/main" id="108" idx="1"/>
          </p:cNvCxnSpPr>
          <p:nvPr/>
        </p:nvCxnSpPr>
        <p:spPr>
          <a:xfrm xmlns:a="http://schemas.openxmlformats.org/drawingml/2006/main">
            <a:off x="3390900" y="30670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36" name="">
            <a:extLst xmlns:a="http://schemas.openxmlformats.org/drawingml/2006/main">
              <a:ext uri="{FF2B5EF4-FFF2-40B4-BE49-F238E27FC236}">
                <a16:creationId xmlns:a16="http://schemas.microsoft.com/office/drawing/2014/main" id="{43341539-7A12-4B45-8684-83C58ACE3132}"/>
              </a:ext>
            </a:extLst>
          </p:cNvPr>
          <p:cNvCxnSpPr>
            <a:stCxn xmlns:a="http://schemas.openxmlformats.org/drawingml/2006/main" id="108" idx="3"/>
            <a:endCxn xmlns:a="http://schemas.openxmlformats.org/drawingml/2006/main" id="109" idx="1"/>
          </p:cNvCxnSpPr>
          <p:nvPr/>
        </p:nvCxnSpPr>
        <p:spPr>
          <a:xfrm xmlns:a="http://schemas.openxmlformats.org/drawingml/2006/main">
            <a:off x="5143500" y="30670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cxnSp>
        <p:nvCxnSpPr>
          <p:cNvPr id="137" name="">
            <a:extLst xmlns:a="http://schemas.openxmlformats.org/drawingml/2006/main">
              <a:ext uri="{FF2B5EF4-FFF2-40B4-BE49-F238E27FC236}">
                <a16:creationId xmlns:a16="http://schemas.microsoft.com/office/drawing/2014/main" id="{464B8CC8-3F81-4BFB-9991-D7456AC30106}"/>
              </a:ext>
            </a:extLst>
          </p:cNvPr>
          <p:cNvCxnSpPr>
            <a:stCxn xmlns:a="http://schemas.openxmlformats.org/drawingml/2006/main" id="109" idx="3"/>
            <a:endCxn xmlns:a="http://schemas.openxmlformats.org/drawingml/2006/main" id="110" idx="1"/>
          </p:cNvCxnSpPr>
          <p:nvPr/>
        </p:nvCxnSpPr>
        <p:spPr>
          <a:xfrm xmlns:a="http://schemas.openxmlformats.org/drawingml/2006/main">
            <a:off x="6896100" y="3067050"/>
            <a:ext cx="314325" cy="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14" name="Index link down">
            <a:extLst xmlns:a="http://schemas.openxmlformats.org/drawingml/2006/main">
              <a:ext uri="{FF2B5EF4-FFF2-40B4-BE49-F238E27FC236}">
                <a16:creationId xmlns:a16="http://schemas.microsoft.com/office/drawing/2014/main" id="{C372C75B-7598-4606-975A-52B796A8839F}"/>
              </a:ext>
            </a:extLst>
          </p:cNvPr>
          <p:cNvSpPr>
            <a:spLocks xmlns:a="http://schemas.openxmlformats.org/drawingml/2006/main" noGrp="1"/>
          </p:cNvSpPr>
          <p:nvPr/>
        </p:nvSpPr>
        <p:spPr>
          <a:xfrm xmlns:a="http://schemas.openxmlformats.org/drawingml/2006/main">
            <a:off x="7929563" y="2400300"/>
            <a:ext cx="0" cy="180975"/>
          </a:xfrm>
          <a:prstGeom xmlns:a="http://schemas.openxmlformats.org/drawingml/2006/main" prst="line">
            <a:avLst/>
          </a:prstGeom>
          <a:noFill xmlns:a="http://schemas.openxmlformats.org/drawingml/2006/main"/>
          <a:ln xmlns:a="http://schemas.openxmlformats.org/drawingml/2006/main" w="14288">
            <a:solidFill>
              <a:srgbClr val="203C36"/>
            </a:solidFill>
          </a:ln>
        </p:spPr>
      </p:sp>
      <p:sp>
        <p:nvSpPr>
          <p:cNvPr id="115" name="Index link across">
            <a:extLst xmlns:a="http://schemas.openxmlformats.org/drawingml/2006/main">
              <a:ext uri="{FF2B5EF4-FFF2-40B4-BE49-F238E27FC236}">
                <a16:creationId xmlns:a16="http://schemas.microsoft.com/office/drawing/2014/main" id="{7E60D252-641C-4507-A8B7-4C652510ABD1}"/>
              </a:ext>
            </a:extLst>
          </p:cNvPr>
          <p:cNvSpPr>
            <a:spLocks xmlns:a="http://schemas.openxmlformats.org/drawingml/2006/main" noGrp="1"/>
          </p:cNvSpPr>
          <p:nvPr/>
        </p:nvSpPr>
        <p:spPr>
          <a:xfrm xmlns:a="http://schemas.openxmlformats.org/drawingml/2006/main">
            <a:off x="4424363" y="2581275"/>
            <a:ext cx="3505200" cy="0"/>
          </a:xfrm>
          <a:prstGeom xmlns:a="http://schemas.openxmlformats.org/drawingml/2006/main" prst="line">
            <a:avLst/>
          </a:prstGeom>
          <a:noFill xmlns:a="http://schemas.openxmlformats.org/drawingml/2006/main"/>
          <a:ln xmlns:a="http://schemas.openxmlformats.org/drawingml/2006/main" w="14288">
            <a:solidFill>
              <a:srgbClr val="203C36"/>
            </a:solidFill>
          </a:ln>
        </p:spPr>
      </p:sp>
      <p:sp>
        <p:nvSpPr>
          <p:cNvPr id="116" name="Index retrieval anchor">
            <a:extLst xmlns:a="http://schemas.openxmlformats.org/drawingml/2006/main">
              <a:ext uri="{FF2B5EF4-FFF2-40B4-BE49-F238E27FC236}">
                <a16:creationId xmlns:a16="http://schemas.microsoft.com/office/drawing/2014/main" id="{1EDC4368-570F-456D-9240-C1CE443A3EC4}"/>
              </a:ext>
            </a:extLst>
          </p:cNvPr>
          <p:cNvSpPr>
            <a:spLocks xmlns:a="http://schemas.openxmlformats.org/drawingml/2006/main" noGrp="1"/>
          </p:cNvSpPr>
          <p:nvPr/>
        </p:nvSpPr>
        <p:spPr>
          <a:xfrm xmlns:a="http://schemas.openxmlformats.org/drawingml/2006/main">
            <a:off x="4419600" y="25717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141" name="">
            <a:extLst xmlns:a="http://schemas.openxmlformats.org/drawingml/2006/main">
              <a:ext uri="{FF2B5EF4-FFF2-40B4-BE49-F238E27FC236}">
                <a16:creationId xmlns:a16="http://schemas.microsoft.com/office/drawing/2014/main" id="{442FB706-831A-4432-A345-2952BD6662BB}"/>
              </a:ext>
            </a:extLst>
          </p:cNvPr>
          <p:cNvCxnSpPr>
            <a:stCxn xmlns:a="http://schemas.openxmlformats.org/drawingml/2006/main" id="116" idx="2"/>
            <a:endCxn xmlns:a="http://schemas.openxmlformats.org/drawingml/2006/main" id="108" idx="0"/>
          </p:cNvCxnSpPr>
          <p:nvPr/>
        </p:nvCxnSpPr>
        <p:spPr>
          <a:xfrm xmlns:a="http://schemas.openxmlformats.org/drawingml/2006/main">
            <a:off x="4424363" y="2581275"/>
            <a:ext cx="0" cy="171450"/>
          </a:xfrm>
          <a:prstGeom xmlns:a="http://schemas.openxmlformats.org/drawingml/2006/main" prst="straightConnector1">
            <a:avLst/>
          </a:prstGeom>
          <a:ln xmlns:a="http://schemas.openxmlformats.org/drawingml/2006/main" w="19050">
            <a:solidFill>
              <a:srgbClr val="203C36"/>
            </a:solidFill>
            <a:tailEnd type="triangle" w="sm" len="sm"/>
          </a:ln>
        </p:spPr>
      </p:cxnSp>
      <p:sp>
        <p:nvSpPr>
          <p:cNvPr id="118" name="Evaluation">
            <a:extLst xmlns:a="http://schemas.openxmlformats.org/drawingml/2006/main">
              <a:ext uri="{FF2B5EF4-FFF2-40B4-BE49-F238E27FC236}">
                <a16:creationId xmlns:a16="http://schemas.microsoft.com/office/drawing/2014/main" id="{F7AB6891-AC91-4204-9B32-595116920C33}"/>
              </a:ext>
            </a:extLst>
          </p:cNvPr>
          <p:cNvSpPr>
            <a:spLocks xmlns:a="http://schemas.openxmlformats.org/drawingml/2006/main" noGrp="1"/>
          </p:cNvSpPr>
          <p:nvPr/>
        </p:nvSpPr>
        <p:spPr>
          <a:xfrm xmlns:a="http://schemas.openxmlformats.org/drawingml/2006/main">
            <a:off x="457200" y="35814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a:solidFill>
                  <a:srgbClr val="203C36"/>
                </a:solidFill>
                <a:latin typeface="Roboto Mono Light"/>
                <a:ea typeface="Roboto Mono Light"/>
                <a:cs typeface="Roboto Mono Light"/>
              </a:defRPr>
            </a:defPPr>
          </a:lstStyle>
          <a:p xmlns:a="http://schemas.openxmlformats.org/drawingml/2006/main">
            <a:pPr algn="l">
              <a:buNone/>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Indexing imports passages + vectors + page references</a:t>
            </a:r>
          </a:p>
        </p:txBody>
      </p:sp>
      <p:sp>
        <p:nvSpPr>
          <p:cNvPr id="119" name="Classic retrieval comparison">
            <a:extLst xmlns:a="http://schemas.openxmlformats.org/drawingml/2006/main">
              <a:ext uri="{FF2B5EF4-FFF2-40B4-BE49-F238E27FC236}">
                <a16:creationId xmlns:a16="http://schemas.microsoft.com/office/drawing/2014/main" id="{1A63A097-BDCB-4B17-9E50-5F65468F8556}"/>
              </a:ext>
            </a:extLst>
          </p:cNvPr>
          <p:cNvSpPr>
            <a:spLocks xmlns:a="http://schemas.openxmlformats.org/drawingml/2006/main" noGrp="1"/>
          </p:cNvSpPr>
          <p:nvPr/>
        </p:nvSpPr>
        <p:spPr>
          <a:xfrm xmlns:a="http://schemas.openxmlformats.org/drawingml/2006/main">
            <a:off x="457200" y="40576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a:solidFill>
                  <a:srgbClr val="203C36"/>
                </a:solidFill>
                <a:latin typeface="Roboto Mono Light"/>
                <a:ea typeface="Roboto Mono Light"/>
                <a:cs typeface="Roboto Mono Light"/>
              </a:defRPr>
            </a:defPPr>
          </a:lstStyle>
          <a:p xmlns:a="http://schemas.openxmlformats.org/drawingml/2006/main">
            <a:pPr algn="l">
              <a:buNone/>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Prepare once for the document.</a:t>
            </a:r>
          </a:p>
        </p:txBody>
      </p:sp>
      <p:sp>
        <p:nvSpPr>
          <p:cNvPr id="120" name="Graph retrieval comparison">
            <a:extLst xmlns:a="http://schemas.openxmlformats.org/drawingml/2006/main">
              <a:ext uri="{FF2B5EF4-FFF2-40B4-BE49-F238E27FC236}">
                <a16:creationId xmlns:a16="http://schemas.microsoft.com/office/drawing/2014/main" id="{6E1A5CEE-47EC-4032-9380-62AF4C2FD21D}"/>
              </a:ext>
            </a:extLst>
          </p:cNvPr>
          <p:cNvSpPr>
            <a:spLocks xmlns:a="http://schemas.openxmlformats.org/drawingml/2006/main" noGrp="1"/>
          </p:cNvSpPr>
          <p:nvPr/>
        </p:nvSpPr>
        <p:spPr>
          <a:xfrm xmlns:a="http://schemas.openxmlformats.org/drawingml/2006/main">
            <a:off x="457200" y="4371975"/>
            <a:ext cx="8229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a:solidFill>
                  <a:srgbClr val="203C36"/>
                </a:solidFill>
                <a:latin typeface="Roboto Mono Light"/>
                <a:ea typeface="Roboto Mono Light"/>
                <a:cs typeface="Roboto Mono Light"/>
              </a:defRPr>
            </a:defPPr>
          </a:lstStyle>
          <a:p xmlns:a="http://schemas.openxmlformats.org/drawingml/2006/main">
            <a:pPr algn="l">
              <a:buNone/>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Retrieve and answer for every question.</a:t>
            </a:r>
          </a:p>
        </p:txBody>
      </p:sp>
    </p:spTree>
    <p:extLst>
      <p:ext uri="{BB962C8B-B14F-4D97-AF65-F5344CB8AC3E}">
        <p14:creationId xmlns:p14="http://schemas.microsoft.com/office/powerpoint/2010/main" val="11049128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C7698B-8F0B-4312-AE48-8C51720C3E5C}"/>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Choices at each RAG step</a:t>
            </a:r>
          </a:p>
        </p:txBody>
      </p:sp>
      <p:graphicFrame>
        <p:nvGraphicFramePr>
          <p:cNvPr id="2" name="">
            <a:extLst xmlns:a="http://schemas.openxmlformats.org/drawingml/2006/main">
              <a:ext uri="{FF2B5EF4-FFF2-40B4-BE49-F238E27FC236}">
                <a16:creationId xmlns:a16="http://schemas.microsoft.com/office/drawing/2014/main" id="{615046AF-CAE1-4A8C-8481-2AB3A66996B5}"/>
              </a:ext>
            </a:extLst>
          </p:cNvPr>
          <p:cNvGraphicFramePr/>
          <p:nvPr/>
        </p:nvGraphicFramePr>
        <p:xfrm>
          <a:off xmlns:a="http://schemas.openxmlformats.org/drawingml/2006/main" x="457200" y="1704975"/>
          <a:ext xmlns:a="http://schemas.openxmlformats.org/drawingml/2006/main" cx="8229600" cy="3086100"/>
        </p:xfrm>
        <a:graphic xmlns:a="http://schemas.openxmlformats.org/drawingml/2006/main">
          <a:graphicData uri="http://schemas.openxmlformats.org/drawingml/2006/table">
            <a:tbl>
              <a:tblPr/>
              <a:tblGrid>
                <a:gridCol w="1190625"/>
                <a:gridCol w="3190875"/>
                <a:gridCol w="3848100"/>
              </a:tblGrid>
              <a:tr h="352425">
                <a:tc>
                  <a:txBody>
                    <a:bodyPr wrap="square" lIns="76200" tIns="76200" rIns="76200" bIns="76200">
                      <a:noAutofit/>
                    </a:bodyPr>
                    <a:lstStyle/>
                    <a:p>
                      <a:r>
                        <a:rPr sz="1500">
                          <a:solidFill>
                            <a:srgbClr val="E3E4DC"/>
                          </a:solidFill>
                          <a:latin typeface="Roboto Mono Light"/>
                          <a:ea typeface="Roboto Mono Light"/>
                          <a:cs typeface="Roboto Mono Light"/>
                        </a:rPr>
                        <a:t>Step</a:t>
                      </a:r>
                    </a:p>
                  </a:txBody>
                  <a:tcPr marL="91440" marR="91440" marT="45720" marB="45720" anchor="ctr">
                    <a:solidFill>
                      <a:srgbClr val="203C36"/>
                    </a:solidFill>
                  </a:tcPr>
                </a:tc>
                <a:tc>
                  <a:txBody>
                    <a:bodyPr wrap="square" lIns="76200" tIns="76200" rIns="76200" bIns="76200">
                      <a:noAutofit/>
                    </a:bodyPr>
                    <a:lstStyle/>
                    <a:p>
                      <a:r>
                        <a:rPr sz="1500">
                          <a:solidFill>
                            <a:srgbClr val="E3E4DC"/>
                          </a:solidFill>
                          <a:latin typeface="Roboto Mono Light"/>
                          <a:ea typeface="Roboto Mono Light"/>
                          <a:cs typeface="Roboto Mono Light"/>
                        </a:rPr>
                        <a:t>Today</a:t>
                      </a:r>
                    </a:p>
                  </a:txBody>
                  <a:tcPr marL="91440" marR="91440" marT="45720" marB="45720" anchor="ctr">
                    <a:solidFill>
                      <a:srgbClr val="203C36"/>
                    </a:solidFill>
                  </a:tcPr>
                </a:tc>
                <a:tc>
                  <a:txBody>
                    <a:bodyPr wrap="square" lIns="76200" tIns="76200" rIns="76200" bIns="76200">
                      <a:noAutofit/>
                    </a:bodyPr>
                    <a:lstStyle/>
                    <a:p>
                      <a:r>
                        <a:rPr sz="1500">
                          <a:solidFill>
                            <a:srgbClr val="E3E4DC"/>
                          </a:solidFill>
                          <a:latin typeface="Roboto Mono Light"/>
                          <a:ea typeface="Roboto Mono Light"/>
                          <a:cs typeface="Roboto Mono Light"/>
                        </a:rPr>
                        <a:t>Other options</a:t>
                      </a:r>
                    </a:p>
                  </a:txBody>
                  <a:tcPr marL="91440" marR="91440" marT="45720" marB="45720" anchor="ctr">
                    <a:solidFill>
                      <a:srgbClr val="203C36"/>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Read</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Text + light cleaning</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OCR, layout parsing</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Chunk</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Word windows + overlap</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Paragraphs, sections</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Embed</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Dense multilingual</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English-only, domain-tuned</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Store</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Persistent local Chroma</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Managed store, SQL vectors</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Retrieve</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Cosine similarity, top 3</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Keywords, hybrid search</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Answer</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Context + citations</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Extractive, structured</a:t>
                      </a:r>
                    </a:p>
                  </a:txBody>
                  <a:tcPr marL="91440" marR="91440" marT="45720" marB="45720" anchor="ctr">
                    <a:solidFill>
                      <a:srgbClr val="E3E4DC"/>
                    </a:solidFill>
                  </a:tcPr>
                </a:tc>
              </a:tr>
              <a:tr h="390525">
                <a:tc>
                  <a:txBody>
                    <a:bodyPr wrap="square" lIns="76200" tIns="76200" rIns="76200" bIns="76200">
                      <a:noAutofit/>
                    </a:bodyPr>
                    <a:lstStyle/>
                    <a:p>
                      <a:r>
                        <a:rPr sz="1500">
                          <a:solidFill>
                            <a:srgbClr val="203C36"/>
                          </a:solidFill>
                          <a:latin typeface="Roboto Mono Light"/>
                          <a:ea typeface="Roboto Mono Light"/>
                          <a:cs typeface="Roboto Mono Light"/>
                        </a:rPr>
                        <a:t>Check</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Source + missing fact</a:t>
                      </a:r>
                    </a:p>
                  </a:txBody>
                  <a:tcPr marL="91440" marR="91440" marT="45720" marB="45720" anchor="ctr">
                    <a:solidFill>
                      <a:srgbClr val="E3E4DC"/>
                    </a:solidFill>
                  </a:tcPr>
                </a:tc>
                <a:tc>
                  <a:txBody>
                    <a:bodyPr wrap="square" lIns="76200" tIns="76200" rIns="76200" bIns="76200">
                      <a:noAutofit/>
                    </a:bodyPr>
                    <a:lstStyle/>
                    <a:p>
                      <a:r>
                        <a:rPr sz="1500">
                          <a:solidFill>
                            <a:srgbClr val="203C36"/>
                          </a:solidFill>
                          <a:latin typeface="Roboto Mono Light"/>
                          <a:ea typeface="Roboto Mono Light"/>
                          <a:cs typeface="Roboto Mono Light"/>
                        </a:rPr>
                        <a:t>Larger test set, reviewers</a:t>
                      </a:r>
                    </a:p>
                  </a:txBody>
                  <a:tcPr marL="91440" marR="91440" marT="45720" marB="45720" anchor="ctr">
                    <a:solidFill>
                      <a:srgbClr val="E3E4DC"/>
                    </a:solidFill>
                  </a:tcPr>
                </a:tc>
              </a:tr>
            </a:tbl>
          </a:graphicData>
        </a:graphic>
      </p:graphicFrame>
      <p:sp>
        <p:nvSpPr>
          <p:cNvPr id="3" name="slide-number">
            <a:extLst xmlns:a="http://schemas.openxmlformats.org/drawingml/2006/main">
              <a:ext uri="{FF2B5EF4-FFF2-40B4-BE49-F238E27FC236}">
                <a16:creationId xmlns:a16="http://schemas.microsoft.com/office/drawing/2014/main" id="{E023DBB4-27D7-42DF-A94F-4F4A5693B925}"/>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06 / 21</a:t>
            </a:r>
          </a:p>
        </p:txBody>
      </p:sp>
    </p:spTree>
    <p:extLst>
      <p:ext uri="{BB962C8B-B14F-4D97-AF65-F5344CB8AC3E}">
        <p14:creationId xmlns:p14="http://schemas.microsoft.com/office/powerpoint/2010/main" val="11049128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BD00506-ED40-4538-8F89-4F32C23A75F8}"/>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Getting the project from GitHub</a:t>
            </a:r>
          </a:p>
        </p:txBody>
      </p:sp>
      <p:sp>
        <p:nvSpPr>
          <p:cNvPr id="2" name="clone-prerequisites">
            <a:extLst xmlns:a="http://schemas.openxmlformats.org/drawingml/2006/main">
              <a:ext uri="{FF2B5EF4-FFF2-40B4-BE49-F238E27FC236}">
                <a16:creationId xmlns:a16="http://schemas.microsoft.com/office/drawing/2014/main" id="{48F8CB40-70CA-4822-86A4-27E6B792BF29}"/>
              </a:ext>
            </a:extLst>
          </p:cNvPr>
          <p:cNvSpPr>
            <a:spLocks xmlns:a="http://schemas.openxmlformats.org/drawingml/2006/main" noGrp="1"/>
          </p:cNvSpPr>
          <p:nvPr/>
        </p:nvSpPr>
        <p:spPr>
          <a:xfrm xmlns:a="http://schemas.openxmlformats.org/drawingml/2006/main">
            <a:off x="457200" y="174307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8D4138"/>
                </a:solidFill>
                <a:latin typeface="Roboto Mono Light"/>
                <a:ea typeface="Roboto Mono Light"/>
                <a:cs typeface="Roboto Mono Light"/>
              </a:defRPr>
            </a:defPPr>
          </a:lstStyle>
          <a:p xmlns:a="http://schemas.openxmlformats.org/drawingml/2006/main">
            <a:pPr>
              <a:defRPr sz="1800">
                <a:solidFill>
                  <a:srgbClr val="8D4138"/>
                </a:solidFill>
                <a:latin typeface="Roboto Mono Light"/>
                <a:ea typeface="Roboto Mono Light"/>
                <a:cs typeface="Roboto Mono Light"/>
              </a:defRPr>
            </a:pPr>
            <a:r>
              <a:rPr sz="1800">
                <a:solidFill>
                  <a:srgbClr val="8D4138"/>
                </a:solidFill>
                <a:latin typeface="Roboto Mono Light"/>
                <a:ea typeface="Roboto Mono Light"/>
                <a:cs typeface="Roboto Mono Light"/>
              </a:rPr>
              <a:t>Before the session: Git + Python 3.12 or 3.13</a:t>
            </a:r>
          </a:p>
        </p:txBody>
      </p:sp>
      <p:sp>
        <p:nvSpPr>
          <p:cNvPr id="3" name="clone-shell">
            <a:extLst xmlns:a="http://schemas.openxmlformats.org/drawingml/2006/main">
              <a:ext uri="{FF2B5EF4-FFF2-40B4-BE49-F238E27FC236}">
                <a16:creationId xmlns:a16="http://schemas.microsoft.com/office/drawing/2014/main" id="{C7CA849F-2EBC-4735-B377-39E99B815B69}"/>
              </a:ext>
            </a:extLst>
          </p:cNvPr>
          <p:cNvSpPr>
            <a:spLocks xmlns:a="http://schemas.openxmlformats.org/drawingml/2006/main" noGrp="1"/>
          </p:cNvSpPr>
          <p:nvPr/>
        </p:nvSpPr>
        <p:spPr>
          <a:xfrm xmlns:a="http://schemas.openxmlformats.org/drawingml/2006/main">
            <a:off x="457200" y="2371725"/>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203C36"/>
                </a:solidFill>
                <a:latin typeface="Roboto Mono Light"/>
                <a:ea typeface="Roboto Mono Light"/>
                <a:cs typeface="Roboto Mono Light"/>
              </a:defRPr>
            </a:defPPr>
          </a:lstStyle>
          <a:p xmlns:a="http://schemas.openxmlformats.org/drawingml/2006/main">
            <a:pPr>
              <a:defRPr sz="1350">
                <a:solidFill>
                  <a:srgbClr val="203C36"/>
                </a:solidFill>
                <a:latin typeface="Roboto Mono Light"/>
                <a:ea typeface="Roboto Mono Light"/>
                <a:cs typeface="Roboto Mono Light"/>
              </a:defRPr>
            </a:pPr>
            <a:r>
              <a:rPr sz="1350">
                <a:solidFill>
                  <a:srgbClr val="203C36"/>
                </a:solidFill>
                <a:latin typeface="Roboto Mono Light"/>
                <a:ea typeface="Roboto Mono Light"/>
                <a:cs typeface="Roboto Mono Light"/>
              </a:rPr>
              <a:t>WINDOWS POWERSHELL</a:t>
            </a:r>
          </a:p>
        </p:txBody>
      </p:sp>
      <p:sp>
        <p:nvSpPr>
          <p:cNvPr id="4" name="clone-command">
            <a:extLst xmlns:a="http://schemas.openxmlformats.org/drawingml/2006/main">
              <a:ext uri="{FF2B5EF4-FFF2-40B4-BE49-F238E27FC236}">
                <a16:creationId xmlns:a16="http://schemas.microsoft.com/office/drawing/2014/main" id="{B6E360ED-EA43-43CB-BEE2-226143482D43}"/>
              </a:ext>
            </a:extLst>
          </p:cNvPr>
          <p:cNvSpPr>
            <a:spLocks xmlns:a="http://schemas.openxmlformats.org/drawingml/2006/main" noGrp="1"/>
          </p:cNvSpPr>
          <p:nvPr/>
        </p:nvSpPr>
        <p:spPr>
          <a:xfrm xmlns:a="http://schemas.openxmlformats.org/drawingml/2006/main">
            <a:off x="457200" y="2800350"/>
            <a:ext cx="82296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git clone `</a:t>
            </a:r>
          </a:p>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  https://github.com/Abdourahmandev/RAG_assistant_workshop.git</a:t>
            </a:r>
          </a:p>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cd RAG_assistant_workshop</a:t>
            </a:r>
          </a:p>
        </p:txBody>
      </p:sp>
      <p:sp>
        <p:nvSpPr>
          <p:cNvPr id="5" name="clone-next">
            <a:extLst xmlns:a="http://schemas.openxmlformats.org/drawingml/2006/main">
              <a:ext uri="{FF2B5EF4-FFF2-40B4-BE49-F238E27FC236}">
                <a16:creationId xmlns:a16="http://schemas.microsoft.com/office/drawing/2014/main" id="{2B00792D-5850-40C2-890C-415EA6AC12B4}"/>
              </a:ext>
            </a:extLst>
          </p:cNvPr>
          <p:cNvSpPr>
            <a:spLocks xmlns:a="http://schemas.openxmlformats.org/drawingml/2006/main" noGrp="1"/>
          </p:cNvSpPr>
          <p:nvPr/>
        </p:nvSpPr>
        <p:spPr>
          <a:xfrm xmlns:a="http://schemas.openxmlformats.org/drawingml/2006/main">
            <a:off x="457200" y="4010025"/>
            <a:ext cx="8229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203C36"/>
                </a:solidFill>
                <a:latin typeface="Roboto Mono Light"/>
                <a:ea typeface="Roboto Mono Light"/>
                <a:cs typeface="Roboto Mono Light"/>
              </a:defRPr>
            </a:defPPr>
          </a:lstStyle>
          <a:p xmlns:a="http://schemas.openxmlformats.org/drawingml/2006/main">
            <a:pPr>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Next: follow README.md to install and configure .env.</a:t>
            </a:r>
          </a:p>
        </p:txBody>
      </p:sp>
      <p:sp>
        <p:nvSpPr>
          <p:cNvPr id="6" name="clone-private">
            <a:extLst xmlns:a="http://schemas.openxmlformats.org/drawingml/2006/main">
              <a:ext uri="{FF2B5EF4-FFF2-40B4-BE49-F238E27FC236}">
                <a16:creationId xmlns:a16="http://schemas.microsoft.com/office/drawing/2014/main" id="{5608D2DB-46E1-4138-A482-13C7E8411440}"/>
              </a:ext>
            </a:extLst>
          </p:cNvPr>
          <p:cNvSpPr>
            <a:spLocks xmlns:a="http://schemas.openxmlformats.org/drawingml/2006/main" noGrp="1"/>
          </p:cNvSpPr>
          <p:nvPr/>
        </p:nvSpPr>
        <p:spPr>
          <a:xfrm xmlns:a="http://schemas.openxmlformats.org/drawingml/2006/main">
            <a:off x="457200" y="47053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8D4138"/>
                </a:solidFill>
                <a:latin typeface="Roboto Mono Light"/>
                <a:ea typeface="Roboto Mono Light"/>
                <a:cs typeface="Roboto Mono Light"/>
              </a:defRPr>
            </a:defPPr>
          </a:lstStyle>
          <a:p xmlns:a="http://schemas.openxmlformats.org/drawingml/2006/main">
            <a:pPr>
              <a:defRPr sz="1500">
                <a:solidFill>
                  <a:srgbClr val="8D4138"/>
                </a:solidFill>
                <a:latin typeface="Roboto Mono Light"/>
                <a:ea typeface="Roboto Mono Light"/>
                <a:cs typeface="Roboto Mono Light"/>
              </a:defRPr>
            </a:pPr>
            <a:r>
              <a:rPr sz="1500">
                <a:solidFill>
                  <a:srgbClr val="8D4138"/>
                </a:solidFill>
                <a:latin typeface="Roboto Mono Light"/>
                <a:ea typeface="Roboto Mono Light"/>
                <a:cs typeface="Roboto Mono Light"/>
              </a:rPr>
              <a:t>Enter your endpoint URLs and token privately.</a:t>
            </a:r>
          </a:p>
        </p:txBody>
      </p:sp>
      <p:sp>
        <p:nvSpPr>
          <p:cNvPr id="7" name="slide-number">
            <a:extLst xmlns:a="http://schemas.openxmlformats.org/drawingml/2006/main">
              <a:ext uri="{FF2B5EF4-FFF2-40B4-BE49-F238E27FC236}">
                <a16:creationId xmlns:a16="http://schemas.microsoft.com/office/drawing/2014/main" id="{6A529FF1-90A1-49FD-80DB-0417BE5D053E}"/>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07 / 21</a:t>
            </a:r>
          </a:p>
        </p:txBody>
      </p:sp>
    </p:spTree>
    <p:extLst>
      <p:ext uri="{BB962C8B-B14F-4D97-AF65-F5344CB8AC3E}">
        <p14:creationId xmlns:p14="http://schemas.microsoft.com/office/powerpoint/2010/main" val="11049128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0E32541E-B49C-4756-944B-1ACC73001D6D}"/>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The repository at a glance</a:t>
            </a:r>
          </a:p>
        </p:txBody>
      </p:sp>
      <p:sp>
        <p:nvSpPr>
          <p:cNvPr id="2" name="path-0">
            <a:extLst xmlns:a="http://schemas.openxmlformats.org/drawingml/2006/main">
              <a:ext uri="{FF2B5EF4-FFF2-40B4-BE49-F238E27FC236}">
                <a16:creationId xmlns:a16="http://schemas.microsoft.com/office/drawing/2014/main" id="{BB9D35CE-043A-4742-8118-7F5F6591B34C}"/>
              </a:ext>
            </a:extLst>
          </p:cNvPr>
          <p:cNvSpPr>
            <a:spLocks xmlns:a="http://schemas.openxmlformats.org/drawingml/2006/main" noGrp="1"/>
          </p:cNvSpPr>
          <p:nvPr/>
        </p:nvSpPr>
        <p:spPr>
          <a:xfrm xmlns:a="http://schemas.openxmlformats.org/drawingml/2006/main">
            <a:off x="457200" y="1714500"/>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03C36"/>
                </a:solidFill>
                <a:latin typeface="Roboto Mono Light"/>
                <a:ea typeface="Roboto Mono Light"/>
                <a:cs typeface="Roboto Mono Light"/>
              </a:defRPr>
            </a:defPPr>
          </a:lstStyle>
          <a:p xmlns:a="http://schemas.openxmlformats.org/drawingml/2006/main">
            <a:pPr>
              <a:defRPr sz="1800" b="1">
                <a:solidFill>
                  <a:srgbClr val="203C36"/>
                </a:solidFill>
                <a:latin typeface="Roboto Mono Light"/>
                <a:ea typeface="Roboto Mono Light"/>
                <a:cs typeface="Roboto Mono Light"/>
              </a:defRPr>
            </a:pPr>
            <a:r>
              <a:rPr sz="1800" b="1">
                <a:solidFill>
                  <a:srgbClr val="203C36"/>
                </a:solidFill>
                <a:latin typeface="Roboto Mono Light"/>
                <a:ea typeface="Roboto Mono Light"/>
                <a:cs typeface="Roboto Mono Light"/>
              </a:rPr>
              <a:t>RAG_assistant_workshop/</a:t>
            </a:r>
          </a:p>
        </p:txBody>
      </p:sp>
      <p:sp>
        <p:nvSpPr>
          <p:cNvPr id="3" name="role-0">
            <a:extLst xmlns:a="http://schemas.openxmlformats.org/drawingml/2006/main">
              <a:ext uri="{FF2B5EF4-FFF2-40B4-BE49-F238E27FC236}">
                <a16:creationId xmlns:a16="http://schemas.microsoft.com/office/drawing/2014/main" id="{D050A222-8EE4-4048-A967-DF0F50A5342D}"/>
              </a:ext>
            </a:extLst>
          </p:cNvPr>
          <p:cNvSpPr>
            <a:spLocks xmlns:a="http://schemas.openxmlformats.org/drawingml/2006/main" noGrp="1"/>
          </p:cNvSpPr>
          <p:nvPr/>
        </p:nvSpPr>
        <p:spPr>
          <a:xfrm xmlns:a="http://schemas.openxmlformats.org/drawingml/2006/main">
            <a:off x="4933950" y="17145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Our project</a:t>
            </a:r>
          </a:p>
        </p:txBody>
      </p:sp>
      <p:sp>
        <p:nvSpPr>
          <p:cNvPr id="4" name="path-1">
            <a:extLst xmlns:a="http://schemas.openxmlformats.org/drawingml/2006/main">
              <a:ext uri="{FF2B5EF4-FFF2-40B4-BE49-F238E27FC236}">
                <a16:creationId xmlns:a16="http://schemas.microsoft.com/office/drawing/2014/main" id="{A6C7F8A5-D143-49EE-ADE6-CD63EA0E2A30}"/>
              </a:ext>
            </a:extLst>
          </p:cNvPr>
          <p:cNvSpPr>
            <a:spLocks xmlns:a="http://schemas.openxmlformats.org/drawingml/2006/main" noGrp="1"/>
          </p:cNvSpPr>
          <p:nvPr/>
        </p:nvSpPr>
        <p:spPr>
          <a:xfrm xmlns:a="http://schemas.openxmlformats.org/drawingml/2006/main">
            <a:off x="457200" y="2028825"/>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A-6.002.pdf</a:t>
            </a:r>
          </a:p>
        </p:txBody>
      </p:sp>
      <p:sp>
        <p:nvSpPr>
          <p:cNvPr id="5" name="role-1">
            <a:extLst xmlns:a="http://schemas.openxmlformats.org/drawingml/2006/main">
              <a:ext uri="{FF2B5EF4-FFF2-40B4-BE49-F238E27FC236}">
                <a16:creationId xmlns:a16="http://schemas.microsoft.com/office/drawing/2014/main" id="{A0A5469F-3E3A-49BD-BF74-B702647DD0CE}"/>
              </a:ext>
            </a:extLst>
          </p:cNvPr>
          <p:cNvSpPr>
            <a:spLocks xmlns:a="http://schemas.openxmlformats.org/drawingml/2006/main" noGrp="1"/>
          </p:cNvSpPr>
          <p:nvPr/>
        </p:nvSpPr>
        <p:spPr>
          <a:xfrm xmlns:a="http://schemas.openxmlformats.org/drawingml/2006/main">
            <a:off x="4933950" y="2028825"/>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Source document</a:t>
            </a:r>
          </a:p>
        </p:txBody>
      </p:sp>
      <p:sp>
        <p:nvSpPr>
          <p:cNvPr id="6" name="path-2">
            <a:extLst xmlns:a="http://schemas.openxmlformats.org/drawingml/2006/main">
              <a:ext uri="{FF2B5EF4-FFF2-40B4-BE49-F238E27FC236}">
                <a16:creationId xmlns:a16="http://schemas.microsoft.com/office/drawing/2014/main" id="{93C2336B-EC6C-4483-AB93-703DB62C27D3}"/>
              </a:ext>
            </a:extLst>
          </p:cNvPr>
          <p:cNvSpPr>
            <a:spLocks xmlns:a="http://schemas.openxmlformats.org/drawingml/2006/main" noGrp="1"/>
          </p:cNvSpPr>
          <p:nvPr/>
        </p:nvSpPr>
        <p:spPr>
          <a:xfrm xmlns:a="http://schemas.openxmlformats.org/drawingml/2006/main">
            <a:off x="457200" y="2343150"/>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streamlit_app.py</a:t>
            </a:r>
          </a:p>
        </p:txBody>
      </p:sp>
      <p:sp>
        <p:nvSpPr>
          <p:cNvPr id="7" name="role-2">
            <a:extLst xmlns:a="http://schemas.openxmlformats.org/drawingml/2006/main">
              <a:ext uri="{FF2B5EF4-FFF2-40B4-BE49-F238E27FC236}">
                <a16:creationId xmlns:a16="http://schemas.microsoft.com/office/drawing/2014/main" id="{2D93B163-6CA8-47EB-87AC-3AA74A356CE2}"/>
              </a:ext>
            </a:extLst>
          </p:cNvPr>
          <p:cNvSpPr>
            <a:spLocks xmlns:a="http://schemas.openxmlformats.org/drawingml/2006/main" noGrp="1"/>
          </p:cNvSpPr>
          <p:nvPr/>
        </p:nvSpPr>
        <p:spPr>
          <a:xfrm xmlns:a="http://schemas.openxmlformats.org/drawingml/2006/main">
            <a:off x="4933950" y="234315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The interface we use today</a:t>
            </a:r>
          </a:p>
        </p:txBody>
      </p:sp>
      <p:sp>
        <p:nvSpPr>
          <p:cNvPr id="8" name="path-3">
            <a:extLst xmlns:a="http://schemas.openxmlformats.org/drawingml/2006/main">
              <a:ext uri="{FF2B5EF4-FFF2-40B4-BE49-F238E27FC236}">
                <a16:creationId xmlns:a16="http://schemas.microsoft.com/office/drawing/2014/main" id="{10DED844-CA65-4E5F-947F-F438F37E2521}"/>
              </a:ext>
            </a:extLst>
          </p:cNvPr>
          <p:cNvSpPr>
            <a:spLocks xmlns:a="http://schemas.openxmlformats.org/drawingml/2006/main" noGrp="1"/>
          </p:cNvSpPr>
          <p:nvPr/>
        </p:nvSpPr>
        <p:spPr>
          <a:xfrm xmlns:a="http://schemas.openxmlformats.org/drawingml/2006/main">
            <a:off x="457200" y="2657475"/>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app.py</a:t>
            </a:r>
          </a:p>
        </p:txBody>
      </p:sp>
      <p:sp>
        <p:nvSpPr>
          <p:cNvPr id="9" name="role-3">
            <a:extLst xmlns:a="http://schemas.openxmlformats.org/drawingml/2006/main">
              <a:ext uri="{FF2B5EF4-FFF2-40B4-BE49-F238E27FC236}">
                <a16:creationId xmlns:a16="http://schemas.microsoft.com/office/drawing/2014/main" id="{9259A48E-9934-4099-BDE7-92FBF6C61476}"/>
              </a:ext>
            </a:extLst>
          </p:cNvPr>
          <p:cNvSpPr>
            <a:spLocks xmlns:a="http://schemas.openxmlformats.org/drawingml/2006/main" noGrp="1"/>
          </p:cNvSpPr>
          <p:nvPr/>
        </p:nvSpPr>
        <p:spPr>
          <a:xfrm xmlns:a="http://schemas.openxmlformats.org/drawingml/2006/main">
            <a:off x="4933950" y="2657475"/>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Terminal alternative</a:t>
            </a:r>
          </a:p>
        </p:txBody>
      </p:sp>
      <p:sp>
        <p:nvSpPr>
          <p:cNvPr id="10" name="path-4">
            <a:extLst xmlns:a="http://schemas.openxmlformats.org/drawingml/2006/main">
              <a:ext uri="{FF2B5EF4-FFF2-40B4-BE49-F238E27FC236}">
                <a16:creationId xmlns:a16="http://schemas.microsoft.com/office/drawing/2014/main" id="{5AC32C3F-BF82-45DC-8E51-60BCD443570B}"/>
              </a:ext>
            </a:extLst>
          </p:cNvPr>
          <p:cNvSpPr>
            <a:spLocks xmlns:a="http://schemas.openxmlformats.org/drawingml/2006/main" noGrp="1"/>
          </p:cNvSpPr>
          <p:nvPr/>
        </p:nvSpPr>
        <p:spPr>
          <a:xfrm xmlns:a="http://schemas.openxmlformats.org/drawingml/2006/main">
            <a:off x="457200" y="2971800"/>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rag/</a:t>
            </a:r>
          </a:p>
        </p:txBody>
      </p:sp>
      <p:sp>
        <p:nvSpPr>
          <p:cNvPr id="11" name="role-4">
            <a:extLst xmlns:a="http://schemas.openxmlformats.org/drawingml/2006/main">
              <a:ext uri="{FF2B5EF4-FFF2-40B4-BE49-F238E27FC236}">
                <a16:creationId xmlns:a16="http://schemas.microsoft.com/office/drawing/2014/main" id="{6937C30C-F827-4975-8D5B-E8118B4EA7E9}"/>
              </a:ext>
            </a:extLst>
          </p:cNvPr>
          <p:cNvSpPr>
            <a:spLocks xmlns:a="http://schemas.openxmlformats.org/drawingml/2006/main" noGrp="1"/>
          </p:cNvSpPr>
          <p:nvPr/>
        </p:nvSpPr>
        <p:spPr>
          <a:xfrm xmlns:a="http://schemas.openxmlformats.org/drawingml/2006/main">
            <a:off x="4933950" y="29718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Shared RAG steps</a:t>
            </a:r>
          </a:p>
        </p:txBody>
      </p:sp>
      <p:sp>
        <p:nvSpPr>
          <p:cNvPr id="12" name="path-5">
            <a:extLst xmlns:a="http://schemas.openxmlformats.org/drawingml/2006/main">
              <a:ext uri="{FF2B5EF4-FFF2-40B4-BE49-F238E27FC236}">
                <a16:creationId xmlns:a16="http://schemas.microsoft.com/office/drawing/2014/main" id="{C1A09EB1-9707-4E5E-A1C7-7FB0B2F9846D}"/>
              </a:ext>
            </a:extLst>
          </p:cNvPr>
          <p:cNvSpPr>
            <a:spLocks xmlns:a="http://schemas.openxmlformats.org/drawingml/2006/main" noGrp="1"/>
          </p:cNvSpPr>
          <p:nvPr/>
        </p:nvSpPr>
        <p:spPr>
          <a:xfrm xmlns:a="http://schemas.openxmlformats.org/drawingml/2006/main">
            <a:off x="457200" y="3286125"/>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corpus.py / chunking.py</a:t>
            </a:r>
          </a:p>
        </p:txBody>
      </p:sp>
      <p:sp>
        <p:nvSpPr>
          <p:cNvPr id="13" name="role-5">
            <a:extLst xmlns:a="http://schemas.openxmlformats.org/drawingml/2006/main">
              <a:ext uri="{FF2B5EF4-FFF2-40B4-BE49-F238E27FC236}">
                <a16:creationId xmlns:a16="http://schemas.microsoft.com/office/drawing/2014/main" id="{3E58C52D-FD80-40AC-8308-1A3F358365FA}"/>
              </a:ext>
            </a:extLst>
          </p:cNvPr>
          <p:cNvSpPr>
            <a:spLocks xmlns:a="http://schemas.openxmlformats.org/drawingml/2006/main" noGrp="1"/>
          </p:cNvSpPr>
          <p:nvPr/>
        </p:nvSpPr>
        <p:spPr>
          <a:xfrm xmlns:a="http://schemas.openxmlformats.org/drawingml/2006/main">
            <a:off x="4933950" y="3286125"/>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Read and split</a:t>
            </a:r>
          </a:p>
        </p:txBody>
      </p:sp>
      <p:sp>
        <p:nvSpPr>
          <p:cNvPr id="14" name="path-6">
            <a:extLst xmlns:a="http://schemas.openxmlformats.org/drawingml/2006/main">
              <a:ext uri="{FF2B5EF4-FFF2-40B4-BE49-F238E27FC236}">
                <a16:creationId xmlns:a16="http://schemas.microsoft.com/office/drawing/2014/main" id="{F65EC516-7572-4A6B-AEC8-2E4E256BF577}"/>
              </a:ext>
            </a:extLst>
          </p:cNvPr>
          <p:cNvSpPr>
            <a:spLocks xmlns:a="http://schemas.openxmlformats.org/drawingml/2006/main" noGrp="1"/>
          </p:cNvSpPr>
          <p:nvPr/>
        </p:nvSpPr>
        <p:spPr>
          <a:xfrm xmlns:a="http://schemas.openxmlformats.org/drawingml/2006/main">
            <a:off x="457200" y="3600450"/>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pipeline.py</a:t>
            </a:r>
          </a:p>
        </p:txBody>
      </p:sp>
      <p:sp>
        <p:nvSpPr>
          <p:cNvPr id="15" name="role-6">
            <a:extLst xmlns:a="http://schemas.openxmlformats.org/drawingml/2006/main">
              <a:ext uri="{FF2B5EF4-FFF2-40B4-BE49-F238E27FC236}">
                <a16:creationId xmlns:a16="http://schemas.microsoft.com/office/drawing/2014/main" id="{A3051A39-E7E4-45D4-AF74-13A1D625CEFA}"/>
              </a:ext>
            </a:extLst>
          </p:cNvPr>
          <p:cNvSpPr>
            <a:spLocks xmlns:a="http://schemas.openxmlformats.org/drawingml/2006/main" noGrp="1"/>
          </p:cNvSpPr>
          <p:nvPr/>
        </p:nvSpPr>
        <p:spPr>
          <a:xfrm xmlns:a="http://schemas.openxmlformats.org/drawingml/2006/main">
            <a:off x="4933950" y="360045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Embed and retrieve</a:t>
            </a:r>
          </a:p>
        </p:txBody>
      </p:sp>
      <p:sp>
        <p:nvSpPr>
          <p:cNvPr id="16" name="path-7">
            <a:extLst xmlns:a="http://schemas.openxmlformats.org/drawingml/2006/main">
              <a:ext uri="{FF2B5EF4-FFF2-40B4-BE49-F238E27FC236}">
                <a16:creationId xmlns:a16="http://schemas.microsoft.com/office/drawing/2014/main" id="{3B569557-660E-418E-9526-DCF2DED91FCF}"/>
              </a:ext>
            </a:extLst>
          </p:cNvPr>
          <p:cNvSpPr>
            <a:spLocks xmlns:a="http://schemas.openxmlformats.org/drawingml/2006/main" noGrp="1"/>
          </p:cNvSpPr>
          <p:nvPr/>
        </p:nvSpPr>
        <p:spPr>
          <a:xfrm xmlns:a="http://schemas.openxmlformats.org/drawingml/2006/main">
            <a:off x="457200" y="3914775"/>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vector_store.py</a:t>
            </a:r>
          </a:p>
        </p:txBody>
      </p:sp>
      <p:sp>
        <p:nvSpPr>
          <p:cNvPr id="17" name="role-7">
            <a:extLst xmlns:a="http://schemas.openxmlformats.org/drawingml/2006/main">
              <a:ext uri="{FF2B5EF4-FFF2-40B4-BE49-F238E27FC236}">
                <a16:creationId xmlns:a16="http://schemas.microsoft.com/office/drawing/2014/main" id="{0DE58A74-6546-4303-8AF1-0E20D00F246E}"/>
              </a:ext>
            </a:extLst>
          </p:cNvPr>
          <p:cNvSpPr>
            <a:spLocks xmlns:a="http://schemas.openxmlformats.org/drawingml/2006/main" noGrp="1"/>
          </p:cNvSpPr>
          <p:nvPr/>
        </p:nvSpPr>
        <p:spPr>
          <a:xfrm xmlns:a="http://schemas.openxmlformats.org/drawingml/2006/main">
            <a:off x="4933950" y="3914775"/>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Import and search</a:t>
            </a:r>
          </a:p>
        </p:txBody>
      </p:sp>
      <p:sp>
        <p:nvSpPr>
          <p:cNvPr id="18" name="path-8">
            <a:extLst xmlns:a="http://schemas.openxmlformats.org/drawingml/2006/main">
              <a:ext uri="{FF2B5EF4-FFF2-40B4-BE49-F238E27FC236}">
                <a16:creationId xmlns:a16="http://schemas.microsoft.com/office/drawing/2014/main" id="{B58B4F04-2533-4C3A-8EBA-867DC922AC81}"/>
              </a:ext>
            </a:extLst>
          </p:cNvPr>
          <p:cNvSpPr>
            <a:spLocks xmlns:a="http://schemas.openxmlformats.org/drawingml/2006/main" noGrp="1"/>
          </p:cNvSpPr>
          <p:nvPr/>
        </p:nvSpPr>
        <p:spPr>
          <a:xfrm xmlns:a="http://schemas.openxmlformats.org/drawingml/2006/main">
            <a:off x="457200" y="4229100"/>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3C36"/>
                </a:solidFill>
                <a:latin typeface="Roboto Mono Light"/>
                <a:ea typeface="Roboto Mono Light"/>
                <a:cs typeface="Roboto Mono Light"/>
              </a:defRPr>
            </a:defPPr>
          </a:lstStyle>
          <a:p xmlns:a="http://schemas.openxmlformats.org/drawingml/2006/main">
            <a:pPr>
              <a:defRPr sz="1575" b="0">
                <a:solidFill>
                  <a:srgbClr val="203C36"/>
                </a:solidFill>
                <a:latin typeface="Roboto Mono Light"/>
                <a:ea typeface="Roboto Mono Light"/>
                <a:cs typeface="Roboto Mono Light"/>
              </a:defRPr>
            </a:pPr>
            <a:r>
              <a:rPr sz="1575" b="0">
                <a:solidFill>
                  <a:srgbClr val="203C36"/>
                </a:solidFill>
                <a:latin typeface="Roboto Mono Light"/>
                <a:ea typeface="Roboto Mono Light"/>
                <a:cs typeface="Roboto Mono Light"/>
              </a:rPr>
              <a:t>  base_vectorielle/</a:t>
            </a:r>
          </a:p>
        </p:txBody>
      </p:sp>
      <p:sp>
        <p:nvSpPr>
          <p:cNvPr id="19" name="role-8">
            <a:extLst xmlns:a="http://schemas.openxmlformats.org/drawingml/2006/main">
              <a:ext uri="{FF2B5EF4-FFF2-40B4-BE49-F238E27FC236}">
                <a16:creationId xmlns:a16="http://schemas.microsoft.com/office/drawing/2014/main" id="{71FA959C-85ED-4AC1-B609-70A098D4FEF2}"/>
              </a:ext>
            </a:extLst>
          </p:cNvPr>
          <p:cNvSpPr>
            <a:spLocks xmlns:a="http://schemas.openxmlformats.org/drawingml/2006/main" noGrp="1"/>
          </p:cNvSpPr>
          <p:nvPr/>
        </p:nvSpPr>
        <p:spPr>
          <a:xfrm xmlns:a="http://schemas.openxmlformats.org/drawingml/2006/main">
            <a:off x="4933950" y="42291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203C36"/>
                </a:solidFill>
                <a:latin typeface="Roboto Mono Light"/>
                <a:ea typeface="Roboto Mono Light"/>
                <a:cs typeface="Roboto Mono Light"/>
              </a:defRPr>
            </a:defPPr>
          </a:lstStyle>
          <a:p xmlns:a="http://schemas.openxmlformats.org/drawingml/2006/main">
            <a:pPr>
              <a:defRPr sz="1575">
                <a:solidFill>
                  <a:srgbClr val="203C36"/>
                </a:solidFill>
                <a:latin typeface="Roboto Mono Light"/>
                <a:ea typeface="Roboto Mono Light"/>
                <a:cs typeface="Roboto Mono Light"/>
              </a:defRPr>
            </a:pPr>
            <a:r>
              <a:rPr sz="1575">
                <a:solidFill>
                  <a:srgbClr val="203C36"/>
                </a:solidFill>
                <a:latin typeface="Roboto Mono Light"/>
                <a:ea typeface="Roboto Mono Light"/>
                <a:cs typeface="Roboto Mono Light"/>
              </a:rPr>
              <a:t>Saved vector database</a:t>
            </a:r>
          </a:p>
        </p:txBody>
      </p:sp>
      <p:sp>
        <p:nvSpPr>
          <p:cNvPr id="20" name="repo-action">
            <a:extLst xmlns:a="http://schemas.openxmlformats.org/drawingml/2006/main">
              <a:ext uri="{FF2B5EF4-FFF2-40B4-BE49-F238E27FC236}">
                <a16:creationId xmlns:a16="http://schemas.microsoft.com/office/drawing/2014/main" id="{66C16807-1A7C-47FA-9F79-E184B7862B01}"/>
              </a:ext>
            </a:extLst>
          </p:cNvPr>
          <p:cNvSpPr>
            <a:spLocks xmlns:a="http://schemas.openxmlformats.org/drawingml/2006/main" noGrp="1"/>
          </p:cNvSpPr>
          <p:nvPr/>
        </p:nvSpPr>
        <p:spPr>
          <a:xfrm xmlns:a="http://schemas.openxmlformats.org/drawingml/2006/main">
            <a:off x="457200" y="46672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8D4138"/>
                </a:solidFill>
                <a:latin typeface="Roboto Mono Light"/>
                <a:ea typeface="Roboto Mono Light"/>
                <a:cs typeface="Roboto Mono Light"/>
              </a:defRPr>
            </a:defPPr>
          </a:lstStyle>
          <a:p xmlns:a="http://schemas.openxmlformats.org/drawingml/2006/main">
            <a:pPr>
              <a:defRPr sz="1500">
                <a:solidFill>
                  <a:srgbClr val="8D4138"/>
                </a:solidFill>
                <a:latin typeface="Roboto Mono Light"/>
                <a:ea typeface="Roboto Mono Light"/>
                <a:cs typeface="Roboto Mono Light"/>
              </a:defRPr>
            </a:pPr>
            <a:r>
              <a:rPr sz="1500">
                <a:solidFill>
                  <a:srgbClr val="8D4138"/>
                </a:solidFill>
                <a:latin typeface="Roboto Mono Light"/>
                <a:ea typeface="Roboto Mono Light"/>
                <a:cs typeface="Roboto Mono Light"/>
              </a:rPr>
              <a:t>Open the project folder. Follow the PDF into rag/.</a:t>
            </a:r>
          </a:p>
        </p:txBody>
      </p:sp>
      <p:sp>
        <p:nvSpPr>
          <p:cNvPr id="21" name="slide-number">
            <a:extLst xmlns:a="http://schemas.openxmlformats.org/drawingml/2006/main">
              <a:ext uri="{FF2B5EF4-FFF2-40B4-BE49-F238E27FC236}">
                <a16:creationId xmlns:a16="http://schemas.microsoft.com/office/drawing/2014/main" id="{F5F15AFF-1C4D-492D-BBDE-3CB3B786D192}"/>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08 / 21</a:t>
            </a:r>
          </a:p>
        </p:txBody>
      </p:sp>
    </p:spTree>
    <p:extLst>
      <p:ext uri="{BB962C8B-B14F-4D97-AF65-F5344CB8AC3E}">
        <p14:creationId xmlns:p14="http://schemas.microsoft.com/office/powerpoint/2010/main" val="11049128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C6480EA5-E113-484F-9DA2-0D46938A1D2D}"/>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Two models hosted on Hugging Face</a:t>
            </a:r>
          </a:p>
        </p:txBody>
      </p:sp>
      <p:sp>
        <p:nvSpPr>
          <p:cNvPr id="2" name="host-label">
            <a:extLst xmlns:a="http://schemas.openxmlformats.org/drawingml/2006/main">
              <a:ext uri="{FF2B5EF4-FFF2-40B4-BE49-F238E27FC236}">
                <a16:creationId xmlns:a16="http://schemas.microsoft.com/office/drawing/2014/main" id="{20516E31-A879-415E-9E47-FBD951EADC71}"/>
              </a:ext>
            </a:extLst>
          </p:cNvPr>
          <p:cNvSpPr>
            <a:spLocks xmlns:a="http://schemas.openxmlformats.org/drawingml/2006/main" noGrp="1"/>
          </p:cNvSpPr>
          <p:nvPr/>
        </p:nvSpPr>
        <p:spPr>
          <a:xfrm xmlns:a="http://schemas.openxmlformats.org/drawingml/2006/main">
            <a:off x="457200" y="1733550"/>
            <a:ext cx="822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8D4138"/>
                </a:solidFill>
                <a:latin typeface="Roboto Mono Light"/>
                <a:ea typeface="Roboto Mono Light"/>
                <a:cs typeface="Roboto Mono Light"/>
              </a:defRPr>
            </a:defPPr>
          </a:lstStyle>
          <a:p xmlns:a="http://schemas.openxmlformats.org/drawingml/2006/main">
            <a:pPr>
              <a:defRPr sz="1575">
                <a:solidFill>
                  <a:srgbClr val="8D4138"/>
                </a:solidFill>
                <a:latin typeface="Roboto Mono Light"/>
                <a:ea typeface="Roboto Mono Light"/>
                <a:cs typeface="Roboto Mono Light"/>
              </a:defRPr>
            </a:pPr>
            <a:r>
              <a:rPr sz="1575">
                <a:solidFill>
                  <a:srgbClr val="8D4138"/>
                </a:solidFill>
                <a:latin typeface="Roboto Mono Light"/>
                <a:ea typeface="Roboto Mono Light"/>
                <a:cs typeface="Roboto Mono Light"/>
              </a:rPr>
              <a:t>HUGGING FACE INFERENCE ENDPOINTS</a:t>
            </a:r>
          </a:p>
        </p:txBody>
      </p:sp>
      <p:sp>
        <p:nvSpPr>
          <p:cNvPr id="3" name="embedding-model">
            <a:extLst xmlns:a="http://schemas.openxmlformats.org/drawingml/2006/main">
              <a:ext uri="{FF2B5EF4-FFF2-40B4-BE49-F238E27FC236}">
                <a16:creationId xmlns:a16="http://schemas.microsoft.com/office/drawing/2014/main" id="{BE854193-50A4-486B-B493-AD8D4B16A332}"/>
              </a:ext>
            </a:extLst>
          </p:cNvPr>
          <p:cNvSpPr>
            <a:spLocks xmlns:a="http://schemas.openxmlformats.org/drawingml/2006/main" noGrp="1"/>
          </p:cNvSpPr>
          <p:nvPr/>
        </p:nvSpPr>
        <p:spPr>
          <a:xfrm xmlns:a="http://schemas.openxmlformats.org/drawingml/2006/main">
            <a:off x="457200" y="2276475"/>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203C36"/>
                </a:solidFill>
                <a:latin typeface="Roboto Mono Light"/>
                <a:ea typeface="Roboto Mono Light"/>
                <a:cs typeface="Roboto Mono Light"/>
              </a:defRPr>
            </a:defPPr>
          </a:lstStyle>
          <a:p xmlns:a="http://schemas.openxmlformats.org/drawingml/2006/main">
            <a:pPr>
              <a:defRPr sz="2025">
                <a:solidFill>
                  <a:srgbClr val="203C36"/>
                </a:solidFill>
                <a:latin typeface="Roboto Mono Light"/>
                <a:ea typeface="Roboto Mono Light"/>
                <a:cs typeface="Roboto Mono Light"/>
              </a:defRPr>
            </a:pPr>
            <a:r>
              <a:rPr sz="2025">
                <a:solidFill>
                  <a:srgbClr val="203C36"/>
                </a:solidFill>
                <a:latin typeface="Roboto Mono Light"/>
                <a:ea typeface="Roboto Mono Light"/>
                <a:cs typeface="Roboto Mono Light"/>
              </a:rPr>
              <a:t>EmbeddingGemma 300M</a:t>
            </a:r>
          </a:p>
        </p:txBody>
      </p:sp>
      <p:sp>
        <p:nvSpPr>
          <p:cNvPr id="4" name="embedding-role">
            <a:extLst xmlns:a="http://schemas.openxmlformats.org/drawingml/2006/main">
              <a:ext uri="{FF2B5EF4-FFF2-40B4-BE49-F238E27FC236}">
                <a16:creationId xmlns:a16="http://schemas.microsoft.com/office/drawing/2014/main" id="{4A5B0442-6369-450B-A0A8-85FF417C0174}"/>
              </a:ext>
            </a:extLst>
          </p:cNvPr>
          <p:cNvSpPr>
            <a:spLocks xmlns:a="http://schemas.openxmlformats.org/drawingml/2006/main" noGrp="1"/>
          </p:cNvSpPr>
          <p:nvPr/>
        </p:nvSpPr>
        <p:spPr>
          <a:xfrm xmlns:a="http://schemas.openxmlformats.org/drawingml/2006/main">
            <a:off x="457200" y="279082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Turns text into vectors</a:t>
            </a:r>
          </a:p>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for semantic search</a:t>
            </a:r>
          </a:p>
        </p:txBody>
      </p:sp>
      <p:sp>
        <p:nvSpPr>
          <p:cNvPr id="5" name="chat-model">
            <a:extLst xmlns:a="http://schemas.openxmlformats.org/drawingml/2006/main">
              <a:ext uri="{FF2B5EF4-FFF2-40B4-BE49-F238E27FC236}">
                <a16:creationId xmlns:a16="http://schemas.microsoft.com/office/drawing/2014/main" id="{87F17ABB-66C5-450B-B499-F5D2FF0500F3}"/>
              </a:ext>
            </a:extLst>
          </p:cNvPr>
          <p:cNvSpPr>
            <a:spLocks xmlns:a="http://schemas.openxmlformats.org/drawingml/2006/main" noGrp="1"/>
          </p:cNvSpPr>
          <p:nvPr/>
        </p:nvSpPr>
        <p:spPr>
          <a:xfrm xmlns:a="http://schemas.openxmlformats.org/drawingml/2006/main">
            <a:off x="5010150" y="2276475"/>
            <a:ext cx="3676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203C36"/>
                </a:solidFill>
                <a:latin typeface="Roboto Mono Light"/>
                <a:ea typeface="Roboto Mono Light"/>
                <a:cs typeface="Roboto Mono Light"/>
              </a:defRPr>
            </a:defPPr>
          </a:lstStyle>
          <a:p xmlns:a="http://schemas.openxmlformats.org/drawingml/2006/main">
            <a:pPr>
              <a:defRPr sz="2025">
                <a:solidFill>
                  <a:srgbClr val="203C36"/>
                </a:solidFill>
                <a:latin typeface="Roboto Mono Light"/>
                <a:ea typeface="Roboto Mono Light"/>
                <a:cs typeface="Roboto Mono Light"/>
              </a:defRPr>
            </a:pPr>
            <a:r>
              <a:rPr sz="2025">
                <a:solidFill>
                  <a:srgbClr val="203C36"/>
                </a:solidFill>
                <a:latin typeface="Roboto Mono Light"/>
                <a:ea typeface="Roboto Mono Light"/>
                <a:cs typeface="Roboto Mono Light"/>
              </a:rPr>
              <a:t>Qwen3 1.7B</a:t>
            </a:r>
          </a:p>
        </p:txBody>
      </p:sp>
      <p:sp>
        <p:nvSpPr>
          <p:cNvPr id="6" name="chat-role">
            <a:extLst xmlns:a="http://schemas.openxmlformats.org/drawingml/2006/main">
              <a:ext uri="{FF2B5EF4-FFF2-40B4-BE49-F238E27FC236}">
                <a16:creationId xmlns:a16="http://schemas.microsoft.com/office/drawing/2014/main" id="{53AE02A3-F93A-4085-836D-2A3EC290C52B}"/>
              </a:ext>
            </a:extLst>
          </p:cNvPr>
          <p:cNvSpPr>
            <a:spLocks xmlns:a="http://schemas.openxmlformats.org/drawingml/2006/main" noGrp="1"/>
          </p:cNvSpPr>
          <p:nvPr/>
        </p:nvSpPr>
        <p:spPr>
          <a:xfrm xmlns:a="http://schemas.openxmlformats.org/drawingml/2006/main">
            <a:off x="5010150" y="2790825"/>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Writes an answer using</a:t>
            </a:r>
          </a:p>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the retrieved passages</a:t>
            </a:r>
          </a:p>
        </p:txBody>
      </p:sp>
      <p:sp>
        <p:nvSpPr>
          <p:cNvPr id="7" name="laptop-label">
            <a:extLst xmlns:a="http://schemas.openxmlformats.org/drawingml/2006/main">
              <a:ext uri="{FF2B5EF4-FFF2-40B4-BE49-F238E27FC236}">
                <a16:creationId xmlns:a16="http://schemas.microsoft.com/office/drawing/2014/main" id="{51B5B534-2F3A-46F9-849C-53AAC7687543}"/>
              </a:ext>
            </a:extLst>
          </p:cNvPr>
          <p:cNvSpPr>
            <a:spLocks xmlns:a="http://schemas.openxmlformats.org/drawingml/2006/main" noGrp="1"/>
          </p:cNvSpPr>
          <p:nvPr/>
        </p:nvSpPr>
        <p:spPr>
          <a:xfrm xmlns:a="http://schemas.openxmlformats.org/drawingml/2006/main">
            <a:off x="457200" y="3914775"/>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8D4138"/>
                </a:solidFill>
                <a:latin typeface="Roboto Mono Light"/>
                <a:ea typeface="Roboto Mono Light"/>
                <a:cs typeface="Roboto Mono Light"/>
              </a:defRPr>
            </a:defPPr>
          </a:lstStyle>
          <a:p xmlns:a="http://schemas.openxmlformats.org/drawingml/2006/main">
            <a:pPr>
              <a:defRPr sz="1350">
                <a:solidFill>
                  <a:srgbClr val="8D4138"/>
                </a:solidFill>
                <a:latin typeface="Roboto Mono Light"/>
                <a:ea typeface="Roboto Mono Light"/>
                <a:cs typeface="Roboto Mono Light"/>
              </a:defRPr>
            </a:pPr>
            <a:r>
              <a:rPr sz="1350">
                <a:solidFill>
                  <a:srgbClr val="8D4138"/>
                </a:solidFill>
                <a:latin typeface="Roboto Mono Light"/>
                <a:ea typeface="Roboto Mono Light"/>
                <a:cs typeface="Roboto Mono Light"/>
              </a:rPr>
              <a:t>ON THE LAPTOP</a:t>
            </a:r>
          </a:p>
        </p:txBody>
      </p:sp>
      <p:sp>
        <p:nvSpPr>
          <p:cNvPr id="8" name="laptop-role">
            <a:extLst xmlns:a="http://schemas.openxmlformats.org/drawingml/2006/main">
              <a:ext uri="{FF2B5EF4-FFF2-40B4-BE49-F238E27FC236}">
                <a16:creationId xmlns:a16="http://schemas.microsoft.com/office/drawing/2014/main" id="{D21F9BFE-3665-42F9-B182-FB6DE6B37C0B}"/>
              </a:ext>
            </a:extLst>
          </p:cNvPr>
          <p:cNvSpPr>
            <a:spLocks xmlns:a="http://schemas.openxmlformats.org/drawingml/2006/main" noGrp="1"/>
          </p:cNvSpPr>
          <p:nvPr/>
        </p:nvSpPr>
        <p:spPr>
          <a:xfrm xmlns:a="http://schemas.openxmlformats.org/drawingml/2006/main">
            <a:off x="457200" y="4257675"/>
            <a:ext cx="822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203C36"/>
                </a:solidFill>
                <a:latin typeface="Roboto Mono Light"/>
                <a:ea typeface="Roboto Mono Light"/>
                <a:cs typeface="Roboto Mono Light"/>
              </a:defRPr>
            </a:defPPr>
          </a:lstStyle>
          <a:p xmlns:a="http://schemas.openxmlformats.org/drawingml/2006/main">
            <a:pPr>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PDF reader, Streamlit app and Chroma vector database</a:t>
            </a:r>
          </a:p>
        </p:txBody>
      </p:sp>
      <p:sp>
        <p:nvSpPr>
          <p:cNvPr id="9" name="slide-number">
            <a:extLst xmlns:a="http://schemas.openxmlformats.org/drawingml/2006/main">
              <a:ext uri="{FF2B5EF4-FFF2-40B4-BE49-F238E27FC236}">
                <a16:creationId xmlns:a16="http://schemas.microsoft.com/office/drawing/2014/main" id="{4D05D22B-4934-4100-9AE2-6F3C62D4CFC7}"/>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09 / 21</a:t>
            </a:r>
          </a:p>
        </p:txBody>
      </p:sp>
    </p:spTree>
    <p:extLst>
      <p:ext uri="{BB962C8B-B14F-4D97-AF65-F5344CB8AC3E}">
        <p14:creationId xmlns:p14="http://schemas.microsoft.com/office/powerpoint/2010/main" val="11049128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A4D00E6-4F19-4DC3-B163-9986A8395F5D}"/>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1. Reading the source document</a:t>
            </a:r>
          </a:p>
        </p:txBody>
      </p:sp>
      <p:sp>
        <p:nvSpPr>
          <p:cNvPr id="2" name="chosen-strategy">
            <a:extLst xmlns:a="http://schemas.openxmlformats.org/drawingml/2006/main">
              <a:ext uri="{FF2B5EF4-FFF2-40B4-BE49-F238E27FC236}">
                <a16:creationId xmlns:a16="http://schemas.microsoft.com/office/drawing/2014/main" id="{0E6388C7-0C63-450C-9D84-769FF2275308}"/>
              </a:ext>
            </a:extLst>
          </p:cNvPr>
          <p:cNvSpPr>
            <a:spLocks xmlns:a="http://schemas.openxmlformats.org/drawingml/2006/main" noGrp="1"/>
          </p:cNvSpPr>
          <p:nvPr/>
        </p:nvSpPr>
        <p:spPr>
          <a:xfrm xmlns:a="http://schemas.openxmlformats.org/drawingml/2006/main">
            <a:off x="457200" y="167640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8D4138"/>
                </a:solidFill>
                <a:latin typeface="Roboto Mono Light"/>
                <a:ea typeface="Roboto Mono Light"/>
                <a:cs typeface="Roboto Mono Light"/>
              </a:defRPr>
            </a:defPPr>
          </a:lstStyle>
          <a:p xmlns:a="http://schemas.openxmlformats.org/drawingml/2006/main">
            <a:pPr>
              <a:defRPr sz="1950">
                <a:solidFill>
                  <a:srgbClr val="8D4138"/>
                </a:solidFill>
                <a:latin typeface="Roboto Mono Light"/>
                <a:ea typeface="Roboto Mono Light"/>
                <a:cs typeface="Roboto Mono Light"/>
              </a:defRPr>
            </a:pPr>
            <a:r>
              <a:rPr sz="1950">
                <a:solidFill>
                  <a:srgbClr val="8D4138"/>
                </a:solidFill>
                <a:latin typeface="Roboto Mono Light"/>
                <a:ea typeface="Roboto Mono Light"/>
                <a:cs typeface="Roboto Mono Light"/>
              </a:rPr>
              <a:t>Text extraction + light cleaning</a:t>
            </a:r>
          </a:p>
        </p:txBody>
      </p:sp>
      <p:pic>
        <p:nvPicPr>
          <p:cNvPr id="3" name="">
            <a:extLst xmlns:a="http://schemas.openxmlformats.org/drawingml/2006/main">
              <a:ext uri="{FF2B5EF4-FFF2-40B4-BE49-F238E27FC236}">
                <a16:creationId xmlns:a16="http://schemas.microsoft.com/office/drawing/2014/main" id="{5FF1D35A-7CC2-42C1-A1BF-7FB9DF9DFC65}"/>
              </a:ext>
            </a:extLst>
          </p:cNvPr>
          <p:cNvPicPr>
            <a:picLocks xmlns:a="http://schemas.openxmlformats.org/drawingml/2006/main" noChangeAspect="1"/>
          </p:cNvPicPr>
          <p:nvPr/>
        </p:nvPicPr>
        <p:blipFill>
          <a:blip xmlns:r="http://schemas.openxmlformats.org/officeDocument/2006/relationships" xmlns:a="http://schemas.openxmlformats.org/drawingml/2006/main" r:embed="R969de62b3dc748e0"/>
          <a:stretch xmlns:a="http://schemas.openxmlformats.org/drawingml/2006/main"/>
        </p:blipFill>
        <p:spPr>
          <a:xfrm xmlns:a="http://schemas.openxmlformats.org/drawingml/2006/main">
            <a:off x="1002792" y="2133600"/>
            <a:ext cx="1480566" cy="1914525"/>
          </a:xfrm>
          <a:prstGeom xmlns:a="http://schemas.openxmlformats.org/drawingml/2006/main" prst="rect">
            <a:avLst/>
          </a:prstGeom>
        </p:spPr>
      </p:pic>
      <p:sp>
        <p:nvSpPr>
          <p:cNvPr id="4" name="document-stat">
            <a:extLst xmlns:a="http://schemas.openxmlformats.org/drawingml/2006/main">
              <a:ext uri="{FF2B5EF4-FFF2-40B4-BE49-F238E27FC236}">
                <a16:creationId xmlns:a16="http://schemas.microsoft.com/office/drawing/2014/main" id="{BDA697C3-516E-4456-AF3F-B56DD547C9B6}"/>
              </a:ext>
            </a:extLst>
          </p:cNvPr>
          <p:cNvSpPr>
            <a:spLocks xmlns:a="http://schemas.openxmlformats.org/drawingml/2006/main" noGrp="1"/>
          </p:cNvSpPr>
          <p:nvPr/>
        </p:nvSpPr>
        <p:spPr>
          <a:xfrm xmlns:a="http://schemas.openxmlformats.org/drawingml/2006/main">
            <a:off x="3429000" y="22098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203C36"/>
                </a:solidFill>
                <a:latin typeface="Roboto Mono Light"/>
                <a:ea typeface="Roboto Mono Light"/>
                <a:cs typeface="Roboto Mono Light"/>
              </a:defRPr>
            </a:defPPr>
          </a:lstStyle>
          <a:p xmlns:a="http://schemas.openxmlformats.org/drawingml/2006/main">
            <a:pPr>
              <a:defRPr sz="2550">
                <a:solidFill>
                  <a:srgbClr val="203C36"/>
                </a:solidFill>
                <a:latin typeface="Roboto Mono Light"/>
                <a:ea typeface="Roboto Mono Light"/>
                <a:cs typeface="Roboto Mono Light"/>
              </a:defRPr>
            </a:pPr>
            <a:r>
              <a:rPr sz="2550">
                <a:solidFill>
                  <a:srgbClr val="203C36"/>
                </a:solidFill>
                <a:latin typeface="Roboto Mono Light"/>
                <a:ea typeface="Roboto Mono Light"/>
                <a:cs typeface="Roboto Mono Light"/>
              </a:rPr>
              <a:t>18 pages in French</a:t>
            </a:r>
          </a:p>
        </p:txBody>
      </p:sp>
      <p:sp>
        <p:nvSpPr>
          <p:cNvPr id="5" name="document-name">
            <a:extLst xmlns:a="http://schemas.openxmlformats.org/drawingml/2006/main">
              <a:ext uri="{FF2B5EF4-FFF2-40B4-BE49-F238E27FC236}">
                <a16:creationId xmlns:a16="http://schemas.microsoft.com/office/drawing/2014/main" id="{BB915D37-B889-4D42-8C99-005203BFCC7C}"/>
              </a:ext>
            </a:extLst>
          </p:cNvPr>
          <p:cNvSpPr>
            <a:spLocks xmlns:a="http://schemas.openxmlformats.org/drawingml/2006/main" noGrp="1"/>
          </p:cNvSpPr>
          <p:nvPr/>
        </p:nvSpPr>
        <p:spPr>
          <a:xfrm xmlns:a="http://schemas.openxmlformats.org/drawingml/2006/main">
            <a:off x="3429000" y="2895600"/>
            <a:ext cx="5257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Why: the PDF already</a:t>
            </a:r>
          </a:p>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contains selectable text.</a:t>
            </a:r>
          </a:p>
        </p:txBody>
      </p:sp>
      <p:sp>
        <p:nvSpPr>
          <p:cNvPr id="6" name="document-goal">
            <a:extLst xmlns:a="http://schemas.openxmlformats.org/drawingml/2006/main">
              <a:ext uri="{FF2B5EF4-FFF2-40B4-BE49-F238E27FC236}">
                <a16:creationId xmlns:a16="http://schemas.microsoft.com/office/drawing/2014/main" id="{8239E04B-EE23-4C9B-A2C4-653F7B0F81F9}"/>
              </a:ext>
            </a:extLst>
          </p:cNvPr>
          <p:cNvSpPr>
            <a:spLocks xmlns:a="http://schemas.openxmlformats.org/drawingml/2006/main" noGrp="1"/>
          </p:cNvSpPr>
          <p:nvPr/>
        </p:nvSpPr>
        <p:spPr>
          <a:xfrm xmlns:a="http://schemas.openxmlformats.org/drawingml/2006/main">
            <a:off x="3429000" y="3714750"/>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203C36"/>
                </a:solidFill>
                <a:latin typeface="Roboto Mono Light"/>
                <a:ea typeface="Roboto Mono Light"/>
                <a:cs typeface="Roboto Mono Light"/>
              </a:defRPr>
            </a:defPPr>
          </a:lstStyle>
          <a:p xmlns:a="http://schemas.openxmlformats.org/drawingml/2006/main">
            <a:pPr>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Keep the page references.</a:t>
            </a:r>
          </a:p>
        </p:txBody>
      </p:sp>
      <p:sp>
        <p:nvSpPr>
          <p:cNvPr id="7" name="practice-label">
            <a:extLst xmlns:a="http://schemas.openxmlformats.org/drawingml/2006/main">
              <a:ext uri="{FF2B5EF4-FFF2-40B4-BE49-F238E27FC236}">
                <a16:creationId xmlns:a16="http://schemas.microsoft.com/office/drawing/2014/main" id="{68423B9A-F6C9-4491-AEE6-BACB39CE33DB}"/>
              </a:ext>
            </a:extLst>
          </p:cNvPr>
          <p:cNvSpPr>
            <a:spLocks xmlns:a="http://schemas.openxmlformats.org/drawingml/2006/main" noGrp="1"/>
          </p:cNvSpPr>
          <p:nvPr/>
        </p:nvSpPr>
        <p:spPr>
          <a:xfrm xmlns:a="http://schemas.openxmlformats.org/drawingml/2006/main">
            <a:off x="457200" y="4210050"/>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8D4138"/>
                </a:solidFill>
                <a:latin typeface="Roboto Mono Light"/>
                <a:ea typeface="Roboto Mono Light"/>
                <a:cs typeface="Roboto Mono Light"/>
              </a:defRPr>
            </a:defPPr>
          </a:lstStyle>
          <a:p xmlns:a="http://schemas.openxmlformats.org/drawingml/2006/main">
            <a:pPr>
              <a:defRPr sz="1200">
                <a:solidFill>
                  <a:srgbClr val="8D4138"/>
                </a:solidFill>
                <a:latin typeface="Roboto Mono Light"/>
                <a:ea typeface="Roboto Mono Light"/>
                <a:cs typeface="Roboto Mono Light"/>
              </a:defRPr>
            </a:pPr>
            <a:r>
              <a:rPr sz="1200">
                <a:solidFill>
                  <a:srgbClr val="8D4138"/>
                </a:solidFill>
                <a:latin typeface="Roboto Mono Light"/>
                <a:ea typeface="Roboto Mono Light"/>
                <a:cs typeface="Roboto Mono Light"/>
              </a:rPr>
              <a:t>IN THE APP</a:t>
            </a:r>
          </a:p>
        </p:txBody>
      </p:sp>
      <p:sp>
        <p:nvSpPr>
          <p:cNvPr id="8" name="practice-action">
            <a:extLst xmlns:a="http://schemas.openxmlformats.org/drawingml/2006/main">
              <a:ext uri="{FF2B5EF4-FFF2-40B4-BE49-F238E27FC236}">
                <a16:creationId xmlns:a16="http://schemas.microsoft.com/office/drawing/2014/main" id="{591CED68-DBD7-4198-8A96-7BB7276313A8}"/>
              </a:ext>
            </a:extLst>
          </p:cNvPr>
          <p:cNvSpPr>
            <a:spLocks xmlns:a="http://schemas.openxmlformats.org/drawingml/2006/main" noGrp="1"/>
          </p:cNvSpPr>
          <p:nvPr/>
        </p:nvSpPr>
        <p:spPr>
          <a:xfrm xmlns:a="http://schemas.openxmlformats.org/drawingml/2006/main">
            <a:off x="457200" y="4467225"/>
            <a:ext cx="807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Open the PDF, then select it in Streamlit.</a:t>
            </a:r>
          </a:p>
        </p:txBody>
      </p:sp>
      <p:sp>
        <p:nvSpPr>
          <p:cNvPr id="9" name="slide-number">
            <a:extLst xmlns:a="http://schemas.openxmlformats.org/drawingml/2006/main">
              <a:ext uri="{FF2B5EF4-FFF2-40B4-BE49-F238E27FC236}">
                <a16:creationId xmlns:a16="http://schemas.microsoft.com/office/drawing/2014/main" id="{6CD57E46-28D6-468A-B34B-FC94D147F859}"/>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10 / 21</a:t>
            </a:r>
          </a:p>
        </p:txBody>
      </p:sp>
    </p:spTree>
    <p:extLst>
      <p:ext uri="{BB962C8B-B14F-4D97-AF65-F5344CB8AC3E}">
        <p14:creationId xmlns:p14="http://schemas.microsoft.com/office/powerpoint/2010/main" val="11049128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B4198ED-ED2F-4ADF-B332-1DCBA3F066B8}"/>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2. Splitting text into chunks</a:t>
            </a:r>
          </a:p>
        </p:txBody>
      </p:sp>
      <p:sp>
        <p:nvSpPr>
          <p:cNvPr id="2" name="chosen-strategy">
            <a:extLst xmlns:a="http://schemas.openxmlformats.org/drawingml/2006/main">
              <a:ext uri="{FF2B5EF4-FFF2-40B4-BE49-F238E27FC236}">
                <a16:creationId xmlns:a16="http://schemas.microsoft.com/office/drawing/2014/main" id="{61615FCB-5DCB-4512-8281-EF073E3E7408}"/>
              </a:ext>
            </a:extLst>
          </p:cNvPr>
          <p:cNvSpPr>
            <a:spLocks xmlns:a="http://schemas.openxmlformats.org/drawingml/2006/main" noGrp="1"/>
          </p:cNvSpPr>
          <p:nvPr/>
        </p:nvSpPr>
        <p:spPr>
          <a:xfrm xmlns:a="http://schemas.openxmlformats.org/drawingml/2006/main">
            <a:off x="457200" y="167640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8D4138"/>
                </a:solidFill>
                <a:latin typeface="Roboto Mono Light"/>
                <a:ea typeface="Roboto Mono Light"/>
                <a:cs typeface="Roboto Mono Light"/>
              </a:defRPr>
            </a:defPPr>
          </a:lstStyle>
          <a:p xmlns:a="http://schemas.openxmlformats.org/drawingml/2006/main">
            <a:pPr>
              <a:defRPr sz="1950">
                <a:solidFill>
                  <a:srgbClr val="8D4138"/>
                </a:solidFill>
                <a:latin typeface="Roboto Mono Light"/>
                <a:ea typeface="Roboto Mono Light"/>
                <a:cs typeface="Roboto Mono Light"/>
              </a:defRPr>
            </a:pPr>
            <a:r>
              <a:rPr sz="1950">
                <a:solidFill>
                  <a:srgbClr val="8D4138"/>
                </a:solidFill>
                <a:latin typeface="Roboto Mono Light"/>
                <a:ea typeface="Roboto Mono Light"/>
                <a:cs typeface="Roboto Mono Light"/>
              </a:rPr>
              <a:t>Fixed word windows with overlap</a:t>
            </a:r>
          </a:p>
        </p:txBody>
      </p:sp>
      <p:graphicFrame>
        <p:nvGraphicFramePr>
          <p:cNvPr id="3" name="">
            <a:extLst xmlns:a="http://schemas.openxmlformats.org/drawingml/2006/main">
              <a:ext uri="{FF2B5EF4-FFF2-40B4-BE49-F238E27FC236}">
                <a16:creationId xmlns:a16="http://schemas.microsoft.com/office/drawing/2014/main" id="{BE7C1325-B333-429E-886E-934871F765B0}"/>
              </a:ext>
            </a:extLst>
          </p:cNvPr>
          <p:cNvGraphicFramePr/>
          <p:nvPr/>
        </p:nvGraphicFramePr>
        <p:xfrm>
          <a:off xmlns:a="http://schemas.openxmlformats.org/drawingml/2006/main" x="457200" y="2200275"/>
          <a:ext xmlns:a="http://schemas.openxmlformats.org/drawingml/2006/main" cx="5048250" cy="1371600"/>
        </p:xfrm>
        <a:graphic xmlns:a="http://schemas.openxmlformats.org/drawingml/2006/main">
          <a:graphicData uri="http://schemas.openxmlformats.org/drawingml/2006/table">
            <a:tbl>
              <a:tblPr/>
              <a:tblGrid>
                <a:gridCol w="1714500"/>
                <a:gridCol w="3333750"/>
              </a:tblGrid>
              <a:tr h="361950">
                <a:tc>
                  <a:txBody>
                    <a:bodyPr wrap="square" lIns="76200" tIns="76200" rIns="76200" bIns="76200">
                      <a:noAutofit/>
                    </a:bodyPr>
                    <a:lstStyle/>
                    <a:p>
                      <a:r>
                        <a:rPr sz="1875">
                          <a:solidFill>
                            <a:srgbClr val="E3E4DC"/>
                          </a:solidFill>
                          <a:latin typeface="Roboto Mono Light"/>
                          <a:ea typeface="Roboto Mono Light"/>
                          <a:cs typeface="Roboto Mono Light"/>
                        </a:rPr>
                        <a:t>Chunk</a:t>
                      </a:r>
                    </a:p>
                  </a:txBody>
                  <a:tcPr marL="91440" marR="91440" marT="45720" marB="45720" anchor="ctr">
                    <a:solidFill>
                      <a:srgbClr val="203C36"/>
                    </a:solidFill>
                  </a:tcPr>
                </a:tc>
                <a:tc>
                  <a:txBody>
                    <a:bodyPr wrap="square" lIns="76200" tIns="76200" rIns="76200" bIns="76200">
                      <a:noAutofit/>
                    </a:bodyPr>
                    <a:lstStyle/>
                    <a:p>
                      <a:r>
                        <a:rPr sz="1875">
                          <a:solidFill>
                            <a:srgbClr val="E3E4DC"/>
                          </a:solidFill>
                          <a:latin typeface="Roboto Mono Light"/>
                          <a:ea typeface="Roboto Mono Light"/>
                          <a:cs typeface="Roboto Mono Light"/>
                        </a:rPr>
                        <a:t>Words included</a:t>
                      </a:r>
                    </a:p>
                  </a:txBody>
                  <a:tcPr marL="91440" marR="91440" marT="45720" marB="45720" anchor="ctr">
                    <a:solidFill>
                      <a:srgbClr val="203C36"/>
                    </a:solidFill>
                  </a:tcPr>
                </a:tc>
              </a:tr>
              <a:tr h="504825">
                <a:tc>
                  <a:txBody>
                    <a:bodyPr wrap="square" lIns="76200" tIns="76200" rIns="76200" bIns="76200">
                      <a:noAutofit/>
                    </a:bodyPr>
                    <a:lstStyle/>
                    <a:p>
                      <a:r>
                        <a:rPr sz="1875">
                          <a:solidFill>
                            <a:srgbClr val="203C36"/>
                          </a:solidFill>
                          <a:latin typeface="Roboto Mono Light"/>
                          <a:ea typeface="Roboto Mono Light"/>
                          <a:cs typeface="Roboto Mono Light"/>
                        </a:rPr>
                        <a:t>1</a:t>
                      </a:r>
                    </a:p>
                  </a:txBody>
                  <a:tcPr marL="91440" marR="91440" marT="45720" marB="45720" anchor="ctr">
                    <a:solidFill>
                      <a:srgbClr val="E3E4DC"/>
                    </a:solidFill>
                  </a:tcPr>
                </a:tc>
                <a:tc>
                  <a:txBody>
                    <a:bodyPr wrap="square" lIns="76200" tIns="76200" rIns="76200" bIns="76200">
                      <a:noAutofit/>
                    </a:bodyPr>
                    <a:lstStyle/>
                    <a:p>
                      <a:r>
                        <a:rPr sz="1875">
                          <a:solidFill>
                            <a:srgbClr val="203C36"/>
                          </a:solidFill>
                          <a:latin typeface="Roboto Mono Light"/>
                          <a:ea typeface="Roboto Mono Light"/>
                          <a:cs typeface="Roboto Mono Light"/>
                        </a:rPr>
                        <a:t>1 to 80</a:t>
                      </a:r>
                    </a:p>
                  </a:txBody>
                  <a:tcPr marL="91440" marR="91440" marT="45720" marB="45720" anchor="ctr">
                    <a:solidFill>
                      <a:srgbClr val="E3E4DC"/>
                    </a:solidFill>
                  </a:tcPr>
                </a:tc>
              </a:tr>
              <a:tr h="504825">
                <a:tc>
                  <a:txBody>
                    <a:bodyPr wrap="square" lIns="76200" tIns="76200" rIns="76200" bIns="76200">
                      <a:noAutofit/>
                    </a:bodyPr>
                    <a:lstStyle/>
                    <a:p>
                      <a:r>
                        <a:rPr sz="1875">
                          <a:solidFill>
                            <a:srgbClr val="203C36"/>
                          </a:solidFill>
                          <a:latin typeface="Roboto Mono Light"/>
                          <a:ea typeface="Roboto Mono Light"/>
                          <a:cs typeface="Roboto Mono Light"/>
                        </a:rPr>
                        <a:t>2</a:t>
                      </a:r>
                    </a:p>
                  </a:txBody>
                  <a:tcPr marL="91440" marR="91440" marT="45720" marB="45720" anchor="ctr">
                    <a:solidFill>
                      <a:srgbClr val="E3E4DC"/>
                    </a:solidFill>
                  </a:tcPr>
                </a:tc>
                <a:tc>
                  <a:txBody>
                    <a:bodyPr wrap="square" lIns="76200" tIns="76200" rIns="76200" bIns="76200">
                      <a:noAutofit/>
                    </a:bodyPr>
                    <a:lstStyle/>
                    <a:p>
                      <a:r>
                        <a:rPr sz="1875">
                          <a:solidFill>
                            <a:srgbClr val="203C36"/>
                          </a:solidFill>
                          <a:latin typeface="Roboto Mono Light"/>
                          <a:ea typeface="Roboto Mono Light"/>
                          <a:cs typeface="Roboto Mono Light"/>
                        </a:rPr>
                        <a:t>66 to 145</a:t>
                      </a:r>
                    </a:p>
                  </a:txBody>
                  <a:tcPr marL="91440" marR="91440" marT="45720" marB="45720" anchor="ctr">
                    <a:solidFill>
                      <a:srgbClr val="E3E4DC"/>
                    </a:solidFill>
                  </a:tcPr>
                </a:tc>
              </a:tr>
            </a:tbl>
          </a:graphicData>
        </a:graphic>
      </p:graphicFrame>
      <p:sp>
        <p:nvSpPr>
          <p:cNvPr id="4" name="overlap-number">
            <a:extLst xmlns:a="http://schemas.openxmlformats.org/drawingml/2006/main">
              <a:ext uri="{FF2B5EF4-FFF2-40B4-BE49-F238E27FC236}">
                <a16:creationId xmlns:a16="http://schemas.microsoft.com/office/drawing/2014/main" id="{856932F8-C2DD-4FAA-86FF-02113F7C2C56}"/>
              </a:ext>
            </a:extLst>
          </p:cNvPr>
          <p:cNvSpPr>
            <a:spLocks xmlns:a="http://schemas.openxmlformats.org/drawingml/2006/main" noGrp="1"/>
          </p:cNvSpPr>
          <p:nvPr/>
        </p:nvSpPr>
        <p:spPr>
          <a:xfrm xmlns:a="http://schemas.openxmlformats.org/drawingml/2006/main">
            <a:off x="6115050" y="2133600"/>
            <a:ext cx="209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a:solidFill>
                  <a:srgbClr val="203C36"/>
                </a:solidFill>
                <a:latin typeface="Roboto Mono Light"/>
                <a:ea typeface="Roboto Mono Light"/>
                <a:cs typeface="Roboto Mono Light"/>
              </a:defRPr>
            </a:defPPr>
          </a:lstStyle>
          <a:p xmlns:a="http://schemas.openxmlformats.org/drawingml/2006/main">
            <a:pPr>
              <a:defRPr sz="5100">
                <a:solidFill>
                  <a:srgbClr val="203C36"/>
                </a:solidFill>
                <a:latin typeface="Roboto Mono Light"/>
                <a:ea typeface="Roboto Mono Light"/>
                <a:cs typeface="Roboto Mono Light"/>
              </a:defRPr>
            </a:pPr>
            <a:r>
              <a:rPr sz="5100">
                <a:solidFill>
                  <a:srgbClr val="203C36"/>
                </a:solidFill>
                <a:latin typeface="Roboto Mono Light"/>
                <a:ea typeface="Roboto Mono Light"/>
                <a:cs typeface="Roboto Mono Light"/>
              </a:rPr>
              <a:t>15</a:t>
            </a:r>
          </a:p>
        </p:txBody>
      </p:sp>
      <p:sp>
        <p:nvSpPr>
          <p:cNvPr id="5" name="overlap-label">
            <a:extLst xmlns:a="http://schemas.openxmlformats.org/drawingml/2006/main">
              <a:ext uri="{FF2B5EF4-FFF2-40B4-BE49-F238E27FC236}">
                <a16:creationId xmlns:a16="http://schemas.microsoft.com/office/drawing/2014/main" id="{68077936-9F83-43CF-A9D5-2E1B3172A421}"/>
              </a:ext>
            </a:extLst>
          </p:cNvPr>
          <p:cNvSpPr>
            <a:spLocks xmlns:a="http://schemas.openxmlformats.org/drawingml/2006/main" noGrp="1"/>
          </p:cNvSpPr>
          <p:nvPr/>
        </p:nvSpPr>
        <p:spPr>
          <a:xfrm xmlns:a="http://schemas.openxmlformats.org/drawingml/2006/main">
            <a:off x="6115050" y="2971800"/>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shared words</a:t>
            </a:r>
          </a:p>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keep context</a:t>
            </a:r>
          </a:p>
        </p:txBody>
      </p:sp>
      <p:sp>
        <p:nvSpPr>
          <p:cNvPr id="6" name="chunk-reason">
            <a:extLst xmlns:a="http://schemas.openxmlformats.org/drawingml/2006/main">
              <a:ext uri="{FF2B5EF4-FFF2-40B4-BE49-F238E27FC236}">
                <a16:creationId xmlns:a16="http://schemas.microsoft.com/office/drawing/2014/main" id="{0072B157-ECD5-457A-A989-7701EC125714}"/>
              </a:ext>
            </a:extLst>
          </p:cNvPr>
          <p:cNvSpPr>
            <a:spLocks xmlns:a="http://schemas.openxmlformats.org/drawingml/2006/main" noGrp="1"/>
          </p:cNvSpPr>
          <p:nvPr/>
        </p:nvSpPr>
        <p:spPr>
          <a:xfrm xmlns:a="http://schemas.openxmlformats.org/drawingml/2006/main">
            <a:off x="457200" y="3810000"/>
            <a:ext cx="822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203C36"/>
                </a:solidFill>
                <a:latin typeface="Roboto Mono Light"/>
                <a:ea typeface="Roboto Mono Light"/>
                <a:cs typeface="Roboto Mono Light"/>
              </a:defRPr>
            </a:defPPr>
          </a:lstStyle>
          <a:p xmlns:a="http://schemas.openxmlformats.org/drawingml/2006/main">
            <a:pPr>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Why: repeatable boundaries with some shared context.</a:t>
            </a:r>
          </a:p>
        </p:txBody>
      </p:sp>
      <p:sp>
        <p:nvSpPr>
          <p:cNvPr id="7" name="practice-label">
            <a:extLst xmlns:a="http://schemas.openxmlformats.org/drawingml/2006/main">
              <a:ext uri="{FF2B5EF4-FFF2-40B4-BE49-F238E27FC236}">
                <a16:creationId xmlns:a16="http://schemas.microsoft.com/office/drawing/2014/main" id="{E04CF549-958F-490F-976D-76D50854697F}"/>
              </a:ext>
            </a:extLst>
          </p:cNvPr>
          <p:cNvSpPr>
            <a:spLocks xmlns:a="http://schemas.openxmlformats.org/drawingml/2006/main" noGrp="1"/>
          </p:cNvSpPr>
          <p:nvPr/>
        </p:nvSpPr>
        <p:spPr>
          <a:xfrm xmlns:a="http://schemas.openxmlformats.org/drawingml/2006/main">
            <a:off x="457200" y="4210050"/>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8D4138"/>
                </a:solidFill>
                <a:latin typeface="Roboto Mono Light"/>
                <a:ea typeface="Roboto Mono Light"/>
                <a:cs typeface="Roboto Mono Light"/>
              </a:defRPr>
            </a:defPPr>
          </a:lstStyle>
          <a:p xmlns:a="http://schemas.openxmlformats.org/drawingml/2006/main">
            <a:pPr>
              <a:defRPr sz="1200">
                <a:solidFill>
                  <a:srgbClr val="8D4138"/>
                </a:solidFill>
                <a:latin typeface="Roboto Mono Light"/>
                <a:ea typeface="Roboto Mono Light"/>
                <a:cs typeface="Roboto Mono Light"/>
              </a:defRPr>
            </a:pPr>
            <a:r>
              <a:rPr sz="1200">
                <a:solidFill>
                  <a:srgbClr val="8D4138"/>
                </a:solidFill>
                <a:latin typeface="Roboto Mono Light"/>
                <a:ea typeface="Roboto Mono Light"/>
                <a:cs typeface="Roboto Mono Light"/>
              </a:rPr>
              <a:t>IN THE APP</a:t>
            </a:r>
          </a:p>
        </p:txBody>
      </p:sp>
      <p:sp>
        <p:nvSpPr>
          <p:cNvPr id="8" name="practice-action">
            <a:extLst xmlns:a="http://schemas.openxmlformats.org/drawingml/2006/main">
              <a:ext uri="{FF2B5EF4-FFF2-40B4-BE49-F238E27FC236}">
                <a16:creationId xmlns:a16="http://schemas.microsoft.com/office/drawing/2014/main" id="{27B4983A-A52B-4990-A30E-D7BA08540F2B}"/>
              </a:ext>
            </a:extLst>
          </p:cNvPr>
          <p:cNvSpPr>
            <a:spLocks xmlns:a="http://schemas.openxmlformats.org/drawingml/2006/main" noGrp="1"/>
          </p:cNvSpPr>
          <p:nvPr/>
        </p:nvSpPr>
        <p:spPr>
          <a:xfrm xmlns:a="http://schemas.openxmlformats.org/drawingml/2006/main">
            <a:off x="457200" y="4467225"/>
            <a:ext cx="807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Change Words per passage to 120. Observe, then restore 80.</a:t>
            </a:r>
          </a:p>
        </p:txBody>
      </p:sp>
      <p:sp>
        <p:nvSpPr>
          <p:cNvPr id="9" name="slide-number">
            <a:extLst xmlns:a="http://schemas.openxmlformats.org/drawingml/2006/main">
              <a:ext uri="{FF2B5EF4-FFF2-40B4-BE49-F238E27FC236}">
                <a16:creationId xmlns:a16="http://schemas.microsoft.com/office/drawing/2014/main" id="{274D8ADC-550B-4626-89E5-B83AFB30E358}"/>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11 / 21</a:t>
            </a:r>
          </a:p>
        </p:txBody>
      </p:sp>
    </p:spTree>
    <p:extLst>
      <p:ext uri="{BB962C8B-B14F-4D97-AF65-F5344CB8AC3E}">
        <p14:creationId xmlns:p14="http://schemas.microsoft.com/office/powerpoint/2010/main" val="11049128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DEED975-0CF7-4C14-8901-9B523B69937C}"/>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3. Turning text into vectors</a:t>
            </a:r>
          </a:p>
        </p:txBody>
      </p:sp>
      <p:sp>
        <p:nvSpPr>
          <p:cNvPr id="2" name="chosen-strategy">
            <a:extLst xmlns:a="http://schemas.openxmlformats.org/drawingml/2006/main">
              <a:ext uri="{FF2B5EF4-FFF2-40B4-BE49-F238E27FC236}">
                <a16:creationId xmlns:a16="http://schemas.microsoft.com/office/drawing/2014/main" id="{F6C558D6-F812-46EC-9E33-EEA922EC77D5}"/>
              </a:ext>
            </a:extLst>
          </p:cNvPr>
          <p:cNvSpPr>
            <a:spLocks xmlns:a="http://schemas.openxmlformats.org/drawingml/2006/main" noGrp="1"/>
          </p:cNvSpPr>
          <p:nvPr/>
        </p:nvSpPr>
        <p:spPr>
          <a:xfrm xmlns:a="http://schemas.openxmlformats.org/drawingml/2006/main">
            <a:off x="457200" y="167640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8D4138"/>
                </a:solidFill>
                <a:latin typeface="Roboto Mono Light"/>
                <a:ea typeface="Roboto Mono Light"/>
                <a:cs typeface="Roboto Mono Light"/>
              </a:defRPr>
            </a:defPPr>
          </a:lstStyle>
          <a:p xmlns:a="http://schemas.openxmlformats.org/drawingml/2006/main">
            <a:pPr>
              <a:defRPr sz="1950">
                <a:solidFill>
                  <a:srgbClr val="8D4138"/>
                </a:solidFill>
                <a:latin typeface="Roboto Mono Light"/>
                <a:ea typeface="Roboto Mono Light"/>
                <a:cs typeface="Roboto Mono Light"/>
              </a:defRPr>
            </a:pPr>
            <a:r>
              <a:rPr sz="1950">
                <a:solidFill>
                  <a:srgbClr val="8D4138"/>
                </a:solidFill>
                <a:latin typeface="Roboto Mono Light"/>
                <a:ea typeface="Roboto Mono Light"/>
                <a:cs typeface="Roboto Mono Light"/>
              </a:rPr>
              <a:t>Dense multilingual embeddings</a:t>
            </a:r>
          </a:p>
        </p:txBody>
      </p:sp>
      <p:sp>
        <p:nvSpPr>
          <p:cNvPr id="3" name="vector-number">
            <a:extLst xmlns:a="http://schemas.openxmlformats.org/drawingml/2006/main">
              <a:ext uri="{FF2B5EF4-FFF2-40B4-BE49-F238E27FC236}">
                <a16:creationId xmlns:a16="http://schemas.microsoft.com/office/drawing/2014/main" id="{24D79801-D2C6-483B-87DE-EB010B9E6522}"/>
              </a:ext>
            </a:extLst>
          </p:cNvPr>
          <p:cNvSpPr>
            <a:spLocks xmlns:a="http://schemas.openxmlformats.org/drawingml/2006/main" noGrp="1"/>
          </p:cNvSpPr>
          <p:nvPr/>
        </p:nvSpPr>
        <p:spPr>
          <a:xfrm xmlns:a="http://schemas.openxmlformats.org/drawingml/2006/main">
            <a:off x="457200" y="2133600"/>
            <a:ext cx="276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a:solidFill>
                  <a:srgbClr val="203C36"/>
                </a:solidFill>
                <a:latin typeface="Roboto Mono Light"/>
                <a:ea typeface="Roboto Mono Light"/>
                <a:cs typeface="Roboto Mono Light"/>
              </a:defRPr>
            </a:defPPr>
          </a:lstStyle>
          <a:p xmlns:a="http://schemas.openxmlformats.org/drawingml/2006/main">
            <a:pPr>
              <a:defRPr sz="6000">
                <a:solidFill>
                  <a:srgbClr val="203C36"/>
                </a:solidFill>
                <a:latin typeface="Roboto Mono Light"/>
                <a:ea typeface="Roboto Mono Light"/>
                <a:cs typeface="Roboto Mono Light"/>
              </a:defRPr>
            </a:pPr>
            <a:r>
              <a:rPr sz="6000">
                <a:solidFill>
                  <a:srgbClr val="203C36"/>
                </a:solidFill>
                <a:latin typeface="Roboto Mono Light"/>
                <a:ea typeface="Roboto Mono Light"/>
                <a:cs typeface="Roboto Mono Light"/>
              </a:rPr>
              <a:t>768</a:t>
            </a:r>
          </a:p>
        </p:txBody>
      </p:sp>
      <p:sp>
        <p:nvSpPr>
          <p:cNvPr id="4" name="vector-dimension">
            <a:extLst xmlns:a="http://schemas.openxmlformats.org/drawingml/2006/main">
              <a:ext uri="{FF2B5EF4-FFF2-40B4-BE49-F238E27FC236}">
                <a16:creationId xmlns:a16="http://schemas.microsoft.com/office/drawing/2014/main" id="{149688ED-B1EB-4AFA-A574-67D0B59383CE}"/>
              </a:ext>
            </a:extLst>
          </p:cNvPr>
          <p:cNvSpPr>
            <a:spLocks xmlns:a="http://schemas.openxmlformats.org/drawingml/2006/main" noGrp="1"/>
          </p:cNvSpPr>
          <p:nvPr/>
        </p:nvSpPr>
        <p:spPr>
          <a:xfrm xmlns:a="http://schemas.openxmlformats.org/drawingml/2006/main">
            <a:off x="457200" y="32385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numbers per passage</a:t>
            </a:r>
          </a:p>
        </p:txBody>
      </p:sp>
      <p:sp>
        <p:nvSpPr>
          <p:cNvPr id="5" name="vector-explanation">
            <a:extLst xmlns:a="http://schemas.openxmlformats.org/drawingml/2006/main">
              <a:ext uri="{FF2B5EF4-FFF2-40B4-BE49-F238E27FC236}">
                <a16:creationId xmlns:a16="http://schemas.microsoft.com/office/drawing/2014/main" id="{109794D6-6750-4EB1-A151-10F1BD72F4E0}"/>
              </a:ext>
            </a:extLst>
          </p:cNvPr>
          <p:cNvSpPr>
            <a:spLocks xmlns:a="http://schemas.openxmlformats.org/drawingml/2006/main" noGrp="1"/>
          </p:cNvSpPr>
          <p:nvPr/>
        </p:nvSpPr>
        <p:spPr>
          <a:xfrm xmlns:a="http://schemas.openxmlformats.org/drawingml/2006/main">
            <a:off x="4210050" y="22860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203C36"/>
                </a:solidFill>
                <a:latin typeface="Roboto Mono Light"/>
                <a:ea typeface="Roboto Mono Light"/>
                <a:cs typeface="Roboto Mono Light"/>
              </a:defRPr>
            </a:defPPr>
          </a:lstStyle>
          <a:p xmlns:a="http://schemas.openxmlformats.org/drawingml/2006/main">
            <a:pPr>
              <a:defRPr sz="1950">
                <a:solidFill>
                  <a:srgbClr val="203C36"/>
                </a:solidFill>
                <a:latin typeface="Roboto Mono Light"/>
                <a:ea typeface="Roboto Mono Light"/>
                <a:cs typeface="Roboto Mono Light"/>
              </a:defRPr>
            </a:pPr>
            <a:r>
              <a:rPr sz="1950">
                <a:solidFill>
                  <a:srgbClr val="203C36"/>
                </a:solidFill>
                <a:latin typeface="Roboto Mono Light"/>
                <a:ea typeface="Roboto Mono Light"/>
                <a:cs typeface="Roboto Mono Light"/>
              </a:rPr>
              <a:t>Why: match related wording</a:t>
            </a:r>
          </a:p>
          <a:p xmlns:a="http://schemas.openxmlformats.org/drawingml/2006/main">
            <a:pPr>
              <a:defRPr sz="1950">
                <a:solidFill>
                  <a:srgbClr val="203C36"/>
                </a:solidFill>
                <a:latin typeface="Roboto Mono Light"/>
                <a:ea typeface="Roboto Mono Light"/>
                <a:cs typeface="Roboto Mono Light"/>
              </a:defRPr>
            </a:pPr>
            <a:r>
              <a:rPr sz="1950">
                <a:solidFill>
                  <a:srgbClr val="203C36"/>
                </a:solidFill>
                <a:latin typeface="Roboto Mono Light"/>
                <a:ea typeface="Roboto Mono Light"/>
                <a:cs typeface="Roboto Mono Light"/>
              </a:rPr>
              <a:t>in our French document.</a:t>
            </a:r>
          </a:p>
        </p:txBody>
      </p:sp>
      <p:sp>
        <p:nvSpPr>
          <p:cNvPr id="6" name="same-model">
            <a:extLst xmlns:a="http://schemas.openxmlformats.org/drawingml/2006/main">
              <a:ext uri="{FF2B5EF4-FFF2-40B4-BE49-F238E27FC236}">
                <a16:creationId xmlns:a16="http://schemas.microsoft.com/office/drawing/2014/main" id="{13A53E56-EA25-4434-8F27-FA8C4650E801}"/>
              </a:ext>
            </a:extLst>
          </p:cNvPr>
          <p:cNvSpPr>
            <a:spLocks xmlns:a="http://schemas.openxmlformats.org/drawingml/2006/main" noGrp="1"/>
          </p:cNvSpPr>
          <p:nvPr/>
        </p:nvSpPr>
        <p:spPr>
          <a:xfrm xmlns:a="http://schemas.openxmlformats.org/drawingml/2006/main">
            <a:off x="4210050" y="3333750"/>
            <a:ext cx="4476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Question and passages</a:t>
            </a:r>
          </a:p>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use the same model.</a:t>
            </a:r>
          </a:p>
        </p:txBody>
      </p:sp>
      <p:sp>
        <p:nvSpPr>
          <p:cNvPr id="7" name="recorded-label">
            <a:extLst xmlns:a="http://schemas.openxmlformats.org/drawingml/2006/main">
              <a:ext uri="{FF2B5EF4-FFF2-40B4-BE49-F238E27FC236}">
                <a16:creationId xmlns:a16="http://schemas.microsoft.com/office/drawing/2014/main" id="{3DBB0293-DAAB-4B62-8266-55C271859E7C}"/>
              </a:ext>
            </a:extLst>
          </p:cNvPr>
          <p:cNvSpPr>
            <a:spLocks xmlns:a="http://schemas.openxmlformats.org/drawingml/2006/main" noGrp="1"/>
          </p:cNvSpPr>
          <p:nvPr/>
        </p:nvSpPr>
        <p:spPr>
          <a:xfrm xmlns:a="http://schemas.openxmlformats.org/drawingml/2006/main">
            <a:off x="457200" y="4086225"/>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a:solidFill>
                  <a:srgbClr val="8D4138"/>
                </a:solidFill>
                <a:latin typeface="Roboto Mono Light"/>
                <a:ea typeface="Roboto Mono Light"/>
                <a:cs typeface="Roboto Mono Light"/>
              </a:defRPr>
            </a:defPPr>
          </a:lstStyle>
          <a:p xmlns:a="http://schemas.openxmlformats.org/drawingml/2006/main">
            <a:pPr>
              <a:defRPr sz="1275">
                <a:solidFill>
                  <a:srgbClr val="8D4138"/>
                </a:solidFill>
                <a:latin typeface="Roboto Mono Light"/>
                <a:ea typeface="Roboto Mono Light"/>
                <a:cs typeface="Roboto Mono Light"/>
              </a:defRPr>
            </a:pPr>
            <a:r>
              <a:rPr sz="1275">
                <a:solidFill>
                  <a:srgbClr val="8D4138"/>
                </a:solidFill>
                <a:latin typeface="Roboto Mono Light"/>
                <a:ea typeface="Roboto Mono Light"/>
                <a:cs typeface="Roboto Mono Light"/>
              </a:rPr>
              <a:t>EMBEDDINGGEMMA OUTPUT: FIRST 4 VALUES FROM PAGE 5</a:t>
            </a:r>
          </a:p>
        </p:txBody>
      </p:sp>
      <p:sp>
        <p:nvSpPr>
          <p:cNvPr id="8" name="actual-vector">
            <a:extLst xmlns:a="http://schemas.openxmlformats.org/drawingml/2006/main">
              <a:ext uri="{FF2B5EF4-FFF2-40B4-BE49-F238E27FC236}">
                <a16:creationId xmlns:a16="http://schemas.microsoft.com/office/drawing/2014/main" id="{852EB39F-EB86-4C20-AD0E-BFC719EEB96A}"/>
              </a:ext>
            </a:extLst>
          </p:cNvPr>
          <p:cNvSpPr>
            <a:spLocks xmlns:a="http://schemas.openxmlformats.org/drawingml/2006/main" noGrp="1"/>
          </p:cNvSpPr>
          <p:nvPr/>
        </p:nvSpPr>
        <p:spPr>
          <a:xfrm xmlns:a="http://schemas.openxmlformats.org/drawingml/2006/main">
            <a:off x="457200" y="44291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203C36"/>
                </a:solidFill>
                <a:latin typeface="Roboto Mono Light"/>
                <a:ea typeface="Roboto Mono Light"/>
                <a:cs typeface="Roboto Mono Light"/>
              </a:defRPr>
            </a:defPPr>
          </a:lstStyle>
          <a:p xmlns:a="http://schemas.openxmlformats.org/drawingml/2006/main">
            <a:pPr>
              <a:defRPr sz="1950">
                <a:solidFill>
                  <a:srgbClr val="203C36"/>
                </a:solidFill>
                <a:latin typeface="Roboto Mono Light"/>
                <a:ea typeface="Roboto Mono Light"/>
                <a:cs typeface="Roboto Mono Light"/>
              </a:defRPr>
            </a:pPr>
            <a:r>
              <a:rPr sz="1950">
                <a:solidFill>
                  <a:srgbClr val="203C36"/>
                </a:solidFill>
                <a:latin typeface="Roboto Mono Light"/>
                <a:ea typeface="Roboto Mono Light"/>
                <a:cs typeface="Roboto Mono Light"/>
              </a:rPr>
              <a:t>[-0.0408, 0.0032, 0.0047, 0.0216, ...]</a:t>
            </a:r>
          </a:p>
        </p:txBody>
      </p:sp>
      <p:sp>
        <p:nvSpPr>
          <p:cNvPr id="9" name="slide-number">
            <a:extLst xmlns:a="http://schemas.openxmlformats.org/drawingml/2006/main">
              <a:ext uri="{FF2B5EF4-FFF2-40B4-BE49-F238E27FC236}">
                <a16:creationId xmlns:a16="http://schemas.microsoft.com/office/drawing/2014/main" id="{357BBB3C-6475-4A1C-91DA-E6F1211B9FBF}"/>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12 / 21</a:t>
            </a:r>
          </a:p>
        </p:txBody>
      </p:sp>
    </p:spTree>
    <p:extLst>
      <p:ext uri="{BB962C8B-B14F-4D97-AF65-F5344CB8AC3E}">
        <p14:creationId xmlns:p14="http://schemas.microsoft.com/office/powerpoint/2010/main" val="11049128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9427FD6-7B33-4ADF-B0F6-6A1BD7D2CFB3}"/>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4. Importing into a vector database</a:t>
            </a:r>
          </a:p>
        </p:txBody>
      </p:sp>
      <p:sp>
        <p:nvSpPr>
          <p:cNvPr id="2" name="chosen-strategy">
            <a:extLst xmlns:a="http://schemas.openxmlformats.org/drawingml/2006/main">
              <a:ext uri="{FF2B5EF4-FFF2-40B4-BE49-F238E27FC236}">
                <a16:creationId xmlns:a16="http://schemas.microsoft.com/office/drawing/2014/main" id="{2F364D81-29DB-4F16-947E-787410A4907E}"/>
              </a:ext>
            </a:extLst>
          </p:cNvPr>
          <p:cNvSpPr>
            <a:spLocks xmlns:a="http://schemas.openxmlformats.org/drawingml/2006/main" noGrp="1"/>
          </p:cNvSpPr>
          <p:nvPr/>
        </p:nvSpPr>
        <p:spPr>
          <a:xfrm xmlns:a="http://schemas.openxmlformats.org/drawingml/2006/main">
            <a:off x="457200" y="171450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8D4138"/>
                </a:solidFill>
                <a:latin typeface="Roboto Mono Light"/>
                <a:ea typeface="Roboto Mono Light"/>
                <a:cs typeface="Roboto Mono Light"/>
              </a:defRPr>
            </a:defPPr>
          </a:lstStyle>
          <a:p xmlns:a="http://schemas.openxmlformats.org/drawingml/2006/main">
            <a:pPr>
              <a:defRPr sz="1950">
                <a:solidFill>
                  <a:srgbClr val="8D4138"/>
                </a:solidFill>
                <a:latin typeface="Roboto Mono Light"/>
                <a:ea typeface="Roboto Mono Light"/>
                <a:cs typeface="Roboto Mono Light"/>
              </a:defRPr>
            </a:pPr>
            <a:r>
              <a:rPr sz="1950">
                <a:solidFill>
                  <a:srgbClr val="8D4138"/>
                </a:solidFill>
                <a:latin typeface="Roboto Mono Light"/>
                <a:ea typeface="Roboto Mono Light"/>
                <a:cs typeface="Roboto Mono Light"/>
              </a:rPr>
              <a:t>Persistent local Chroma database</a:t>
            </a:r>
          </a:p>
        </p:txBody>
      </p:sp>
      <p:graphicFrame>
        <p:nvGraphicFramePr>
          <p:cNvPr id="3" name="">
            <a:extLst xmlns:a="http://schemas.openxmlformats.org/drawingml/2006/main">
              <a:ext uri="{FF2B5EF4-FFF2-40B4-BE49-F238E27FC236}">
                <a16:creationId xmlns:a16="http://schemas.microsoft.com/office/drawing/2014/main" id="{4178F4FB-FA75-414B-8221-7C8FCED43808}"/>
              </a:ext>
            </a:extLst>
          </p:cNvPr>
          <p:cNvGraphicFramePr/>
          <p:nvPr/>
        </p:nvGraphicFramePr>
        <p:xfrm>
          <a:off xmlns:a="http://schemas.openxmlformats.org/drawingml/2006/main" x="457200" y="2266950"/>
          <a:ext xmlns:a="http://schemas.openxmlformats.org/drawingml/2006/main" cx="8229600" cy="1924050"/>
        </p:xfrm>
        <a:graphic xmlns:a="http://schemas.openxmlformats.org/drawingml/2006/main">
          <a:graphicData uri="http://schemas.openxmlformats.org/drawingml/2006/table">
            <a:tbl>
              <a:tblPr/>
              <a:tblGrid>
                <a:gridCol w="1905000"/>
                <a:gridCol w="6324600"/>
              </a:tblGrid>
              <a:tr h="381000">
                <a:tc>
                  <a:txBody>
                    <a:bodyPr wrap="square" lIns="76200" tIns="76200" rIns="76200" bIns="76200">
                      <a:noAutofit/>
                    </a:bodyPr>
                    <a:lstStyle/>
                    <a:p>
                      <a:r>
                        <a:rPr sz="1725">
                          <a:solidFill>
                            <a:srgbClr val="E3E4DC"/>
                          </a:solidFill>
                          <a:latin typeface="Roboto Mono Light"/>
                          <a:ea typeface="Roboto Mono Light"/>
                          <a:cs typeface="Roboto Mono Light"/>
                        </a:rPr>
                        <a:t>Field</a:t>
                      </a:r>
                    </a:p>
                  </a:txBody>
                  <a:tcPr marL="91440" marR="91440" marT="45720" marB="45720" anchor="ctr">
                    <a:solidFill>
                      <a:srgbClr val="203C36"/>
                    </a:solidFill>
                  </a:tcPr>
                </a:tc>
                <a:tc>
                  <a:txBody>
                    <a:bodyPr wrap="square" lIns="76200" tIns="76200" rIns="76200" bIns="76200">
                      <a:noAutofit/>
                    </a:bodyPr>
                    <a:lstStyle/>
                    <a:p>
                      <a:r>
                        <a:rPr sz="1725">
                          <a:solidFill>
                            <a:srgbClr val="E3E4DC"/>
                          </a:solidFill>
                          <a:latin typeface="Roboto Mono Light"/>
                          <a:ea typeface="Roboto Mono Light"/>
                          <a:cs typeface="Roboto Mono Light"/>
                        </a:rPr>
                        <a:t>What we keep</a:t>
                      </a:r>
                    </a:p>
                  </a:txBody>
                  <a:tcPr marL="91440" marR="91440" marT="45720" marB="45720" anchor="ctr">
                    <a:solidFill>
                      <a:srgbClr val="203C36"/>
                    </a:solidFill>
                  </a:tcPr>
                </a:tc>
              </a:tr>
              <a:tr h="514350">
                <a:tc>
                  <a:txBody>
                    <a:bodyPr wrap="square" lIns="76200" tIns="76200" rIns="76200" bIns="76200">
                      <a:noAutofit/>
                    </a:bodyPr>
                    <a:lstStyle/>
                    <a:p>
                      <a:r>
                        <a:rPr sz="1725">
                          <a:solidFill>
                            <a:srgbClr val="203C36"/>
                          </a:solidFill>
                          <a:latin typeface="Roboto Mono Light"/>
                          <a:ea typeface="Roboto Mono Light"/>
                          <a:cs typeface="Roboto Mono Light"/>
                        </a:rPr>
                        <a:t>Passage</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Original text from the PDF</a:t>
                      </a:r>
                    </a:p>
                  </a:txBody>
                  <a:tcPr marL="91440" marR="91440" marT="45720" marB="45720" anchor="ctr">
                    <a:solidFill>
                      <a:srgbClr val="E3E4DC"/>
                    </a:solidFill>
                  </a:tcPr>
                </a:tc>
              </a:tr>
              <a:tr h="514350">
                <a:tc>
                  <a:txBody>
                    <a:bodyPr wrap="square" lIns="76200" tIns="76200" rIns="76200" bIns="76200">
                      <a:noAutofit/>
                    </a:bodyPr>
                    <a:lstStyle/>
                    <a:p>
                      <a:r>
                        <a:rPr sz="1725">
                          <a:solidFill>
                            <a:srgbClr val="203C36"/>
                          </a:solidFill>
                          <a:latin typeface="Roboto Mono Light"/>
                          <a:ea typeface="Roboto Mono Light"/>
                          <a:cs typeface="Roboto Mono Light"/>
                        </a:rPr>
                        <a:t>Vector</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768 numbers for similarity search</a:t>
                      </a:r>
                    </a:p>
                  </a:txBody>
                  <a:tcPr marL="91440" marR="91440" marT="45720" marB="45720" anchor="ctr">
                    <a:solidFill>
                      <a:srgbClr val="E3E4DC"/>
                    </a:solidFill>
                  </a:tcPr>
                </a:tc>
              </a:tr>
              <a:tr h="514350">
                <a:tc>
                  <a:txBody>
                    <a:bodyPr wrap="square" lIns="76200" tIns="76200" rIns="76200" bIns="76200">
                      <a:noAutofit/>
                    </a:bodyPr>
                    <a:lstStyle/>
                    <a:p>
                      <a:r>
                        <a:rPr sz="1725">
                          <a:solidFill>
                            <a:srgbClr val="203C36"/>
                          </a:solidFill>
                          <a:latin typeface="Roboto Mono Light"/>
                          <a:ea typeface="Roboto Mono Light"/>
                          <a:cs typeface="Roboto Mono Light"/>
                        </a:rPr>
                        <a:t>Source</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Document name and page 5</a:t>
                      </a:r>
                    </a:p>
                  </a:txBody>
                  <a:tcPr marL="91440" marR="91440" marT="45720" marB="45720" anchor="ctr">
                    <a:solidFill>
                      <a:srgbClr val="E3E4DC"/>
                    </a:solidFill>
                  </a:tcPr>
                </a:tc>
              </a:tr>
            </a:tbl>
          </a:graphicData>
        </a:graphic>
      </p:graphicFrame>
      <p:sp>
        <p:nvSpPr>
          <p:cNvPr id="4" name="storage-reason">
            <a:extLst xmlns:a="http://schemas.openxmlformats.org/drawingml/2006/main">
              <a:ext uri="{FF2B5EF4-FFF2-40B4-BE49-F238E27FC236}">
                <a16:creationId xmlns:a16="http://schemas.microsoft.com/office/drawing/2014/main" id="{1A014FF9-F2D1-4DB9-9710-E9C0A75C3081}"/>
              </a:ext>
            </a:extLst>
          </p:cNvPr>
          <p:cNvSpPr>
            <a:spLocks xmlns:a="http://schemas.openxmlformats.org/drawingml/2006/main" noGrp="1"/>
          </p:cNvSpPr>
          <p:nvPr/>
        </p:nvSpPr>
        <p:spPr>
          <a:xfrm xmlns:a="http://schemas.openxmlformats.org/drawingml/2006/main">
            <a:off x="457200" y="4438650"/>
            <a:ext cx="8229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Why: reusable search on one workshop laptop.</a:t>
            </a:r>
          </a:p>
        </p:txBody>
      </p:sp>
      <p:sp>
        <p:nvSpPr>
          <p:cNvPr id="5" name="slide-number">
            <a:extLst xmlns:a="http://schemas.openxmlformats.org/drawingml/2006/main">
              <a:ext uri="{FF2B5EF4-FFF2-40B4-BE49-F238E27FC236}">
                <a16:creationId xmlns:a16="http://schemas.microsoft.com/office/drawing/2014/main" id="{32A2336F-FBEB-47CA-AAA4-38ABB6B4DA5A}"/>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13 / 21</a:t>
            </a:r>
          </a:p>
        </p:txBody>
      </p:sp>
    </p:spTree>
    <p:extLst>
      <p:ext uri="{BB962C8B-B14F-4D97-AF65-F5344CB8AC3E}">
        <p14:creationId xmlns:p14="http://schemas.microsoft.com/office/powerpoint/2010/main" val="110491281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CEF48F-8579-430C-B28F-73A02C8FCA60}"/>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Practice: preparing the document</a:t>
            </a:r>
          </a:p>
        </p:txBody>
      </p:sp>
      <p:pic>
        <p:nvPicPr>
          <p:cNvPr id="2" name="">
            <a:extLst xmlns:a="http://schemas.openxmlformats.org/drawingml/2006/main">
              <a:ext uri="{FF2B5EF4-FFF2-40B4-BE49-F238E27FC236}">
                <a16:creationId xmlns:a16="http://schemas.microsoft.com/office/drawing/2014/main" id="{8926B948-93C1-4F68-8E42-2BCBDBF11502}"/>
              </a:ext>
            </a:extLst>
          </p:cNvPr>
          <p:cNvPicPr>
            <a:picLocks xmlns:a="http://schemas.openxmlformats.org/drawingml/2006/main" noChangeAspect="1"/>
          </p:cNvPicPr>
          <p:nvPr/>
        </p:nvPicPr>
        <p:blipFill>
          <a:blip xmlns:r="http://schemas.openxmlformats.org/officeDocument/2006/relationships" xmlns:a="http://schemas.openxmlformats.org/drawingml/2006/main" r:embed="R0474b12067c34a65"/>
          <a:stretch xmlns:a="http://schemas.openxmlformats.org/drawingml/2006/main"/>
        </p:blipFill>
        <p:spPr>
          <a:xfrm xmlns:a="http://schemas.openxmlformats.org/drawingml/2006/main">
            <a:off x="1316687" y="1666875"/>
            <a:ext cx="6510626" cy="2876550"/>
          </a:xfrm>
          <a:prstGeom xmlns:a="http://schemas.openxmlformats.org/drawingml/2006/main" prst="rect">
            <a:avLst/>
          </a:prstGeom>
        </p:spPr>
      </p:pic>
      <p:sp>
        <p:nvSpPr>
          <p:cNvPr id="3" name="prepare-action">
            <a:extLst xmlns:a="http://schemas.openxmlformats.org/drawingml/2006/main">
              <a:ext uri="{FF2B5EF4-FFF2-40B4-BE49-F238E27FC236}">
                <a16:creationId xmlns:a16="http://schemas.microsoft.com/office/drawing/2014/main" id="{B698DD61-4334-41D8-ADB3-42EECF4DFDB5}"/>
              </a:ext>
            </a:extLst>
          </p:cNvPr>
          <p:cNvSpPr>
            <a:spLocks xmlns:a="http://schemas.openxmlformats.org/drawingml/2006/main" noGrp="1"/>
          </p:cNvSpPr>
          <p:nvPr/>
        </p:nvSpPr>
        <p:spPr>
          <a:xfrm xmlns:a="http://schemas.openxmlformats.org/drawingml/2006/main">
            <a:off x="457200" y="4638675"/>
            <a:ext cx="822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8D4138"/>
                </a:solidFill>
                <a:latin typeface="Roboto Mono Light"/>
                <a:ea typeface="Roboto Mono Light"/>
                <a:cs typeface="Roboto Mono Light"/>
              </a:defRPr>
            </a:defPPr>
          </a:lstStyle>
          <a:p xmlns:a="http://schemas.openxmlformats.org/drawingml/2006/main">
            <a:pPr>
              <a:defRPr sz="1800">
                <a:solidFill>
                  <a:srgbClr val="8D4138"/>
                </a:solidFill>
                <a:latin typeface="Roboto Mono Light"/>
                <a:ea typeface="Roboto Mono Light"/>
                <a:cs typeface="Roboto Mono Light"/>
              </a:defRPr>
            </a:pPr>
            <a:r>
              <a:rPr sz="1800">
                <a:solidFill>
                  <a:srgbClr val="8D4138"/>
                </a:solidFill>
                <a:latin typeface="Roboto Mono Light"/>
                <a:ea typeface="Roboto Mono Light"/>
                <a:cs typeface="Roboto Mono Light"/>
              </a:rPr>
              <a:t>Click Start processing. Wait for Ready.</a:t>
            </a:r>
          </a:p>
        </p:txBody>
      </p:sp>
      <p:sp>
        <p:nvSpPr>
          <p:cNvPr id="4" name="slide-number">
            <a:extLst xmlns:a="http://schemas.openxmlformats.org/drawingml/2006/main">
              <a:ext uri="{FF2B5EF4-FFF2-40B4-BE49-F238E27FC236}">
                <a16:creationId xmlns:a16="http://schemas.microsoft.com/office/drawing/2014/main" id="{B0BC6C92-23C4-4A05-876F-35738E0D7527}"/>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14 / 21</a:t>
            </a:r>
          </a:p>
        </p:txBody>
      </p:sp>
    </p:spTree>
    <p:extLst>
      <p:ext uri="{BB962C8B-B14F-4D97-AF65-F5344CB8AC3E}">
        <p14:creationId xmlns:p14="http://schemas.microsoft.com/office/powerpoint/2010/main" val="110491281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25F0BD2-FFA3-4EA2-AA54-15CC81B8D766}"/>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5. Retrieving useful passages</a:t>
            </a:r>
          </a:p>
        </p:txBody>
      </p:sp>
      <p:sp>
        <p:nvSpPr>
          <p:cNvPr id="2" name="chosen-strategy">
            <a:extLst xmlns:a="http://schemas.openxmlformats.org/drawingml/2006/main">
              <a:ext uri="{FF2B5EF4-FFF2-40B4-BE49-F238E27FC236}">
                <a16:creationId xmlns:a16="http://schemas.microsoft.com/office/drawing/2014/main" id="{7D7254C3-CE94-4614-9A2F-EEC2F7FD7875}"/>
              </a:ext>
            </a:extLst>
          </p:cNvPr>
          <p:cNvSpPr>
            <a:spLocks xmlns:a="http://schemas.openxmlformats.org/drawingml/2006/main" noGrp="1"/>
          </p:cNvSpPr>
          <p:nvPr/>
        </p:nvSpPr>
        <p:spPr>
          <a:xfrm xmlns:a="http://schemas.openxmlformats.org/drawingml/2006/main">
            <a:off x="457200" y="169545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8D4138"/>
                </a:solidFill>
                <a:latin typeface="Roboto Mono Light"/>
                <a:ea typeface="Roboto Mono Light"/>
                <a:cs typeface="Roboto Mono Light"/>
              </a:defRPr>
            </a:defPPr>
          </a:lstStyle>
          <a:p xmlns:a="http://schemas.openxmlformats.org/drawingml/2006/main">
            <a:pPr>
              <a:defRPr sz="1875">
                <a:solidFill>
                  <a:srgbClr val="8D4138"/>
                </a:solidFill>
                <a:latin typeface="Roboto Mono Light"/>
                <a:ea typeface="Roboto Mono Light"/>
                <a:cs typeface="Roboto Mono Light"/>
              </a:defRPr>
            </a:pPr>
            <a:r>
              <a:rPr sz="1875">
                <a:solidFill>
                  <a:srgbClr val="8D4138"/>
                </a:solidFill>
                <a:latin typeface="Roboto Mono Light"/>
                <a:ea typeface="Roboto Mono Light"/>
                <a:cs typeface="Roboto Mono Light"/>
              </a:rPr>
              <a:t>Semantic search using cosine similarity</a:t>
            </a:r>
          </a:p>
        </p:txBody>
      </p:sp>
      <p:sp>
        <p:nvSpPr>
          <p:cNvPr id="3" name="retrieval-question">
            <a:extLst xmlns:a="http://schemas.openxmlformats.org/drawingml/2006/main">
              <a:ext uri="{FF2B5EF4-FFF2-40B4-BE49-F238E27FC236}">
                <a16:creationId xmlns:a16="http://schemas.microsoft.com/office/drawing/2014/main" id="{30244A92-CE66-4B50-AA03-B28FA839223A}"/>
              </a:ext>
            </a:extLst>
          </p:cNvPr>
          <p:cNvSpPr>
            <a:spLocks xmlns:a="http://schemas.openxmlformats.org/drawingml/2006/main" noGrp="1"/>
          </p:cNvSpPr>
          <p:nvPr/>
        </p:nvSpPr>
        <p:spPr>
          <a:xfrm xmlns:a="http://schemas.openxmlformats.org/drawingml/2006/main">
            <a:off x="457200" y="2114550"/>
            <a:ext cx="8229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203C36"/>
                </a:solidFill>
                <a:latin typeface="Roboto Mono Light"/>
                <a:ea typeface="Roboto Mono Light"/>
                <a:cs typeface="Roboto Mono Light"/>
              </a:defRPr>
            </a:defPPr>
          </a:lstStyle>
          <a:p xmlns:a="http://schemas.openxmlformats.org/drawingml/2006/main">
            <a:pPr>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How often do staff renew confidentiality commitments?</a:t>
            </a:r>
          </a:p>
        </p:txBody>
      </p:sp>
      <p:graphicFrame>
        <p:nvGraphicFramePr>
          <p:cNvPr id="4" name="">
            <a:extLst xmlns:a="http://schemas.openxmlformats.org/drawingml/2006/main">
              <a:ext uri="{FF2B5EF4-FFF2-40B4-BE49-F238E27FC236}">
                <a16:creationId xmlns:a16="http://schemas.microsoft.com/office/drawing/2014/main" id="{ED08BE80-B6B1-4DB1-B4E7-A1D1BABADB0F}"/>
              </a:ext>
            </a:extLst>
          </p:cNvPr>
          <p:cNvGraphicFramePr/>
          <p:nvPr/>
        </p:nvGraphicFramePr>
        <p:xfrm>
          <a:off xmlns:a="http://schemas.openxmlformats.org/drawingml/2006/main" x="457200" y="2762250"/>
          <a:ext xmlns:a="http://schemas.openxmlformats.org/drawingml/2006/main" cx="8229600" cy="1581150"/>
        </p:xfrm>
        <a:graphic xmlns:a="http://schemas.openxmlformats.org/drawingml/2006/main">
          <a:graphicData uri="http://schemas.openxmlformats.org/drawingml/2006/table">
            <a:tbl>
              <a:tblPr/>
              <a:tblGrid>
                <a:gridCol w="2571750"/>
                <a:gridCol w="5657850"/>
              </a:tblGrid>
              <a:tr h="352425">
                <a:tc>
                  <a:txBody>
                    <a:bodyPr wrap="square" lIns="76200" tIns="76200" rIns="76200" bIns="76200">
                      <a:noAutofit/>
                    </a:bodyPr>
                    <a:lstStyle/>
                    <a:p>
                      <a:r>
                        <a:rPr sz="1725">
                          <a:solidFill>
                            <a:srgbClr val="E3E4DC"/>
                          </a:solidFill>
                          <a:latin typeface="Roboto Mono Light"/>
                          <a:ea typeface="Roboto Mono Light"/>
                          <a:cs typeface="Roboto Mono Light"/>
                        </a:rPr>
                        <a:t>Top 3 sources</a:t>
                      </a:r>
                    </a:p>
                  </a:txBody>
                  <a:tcPr marL="91440" marR="91440" marT="45720" marB="45720" anchor="ctr">
                    <a:solidFill>
                      <a:srgbClr val="203C36"/>
                    </a:solidFill>
                  </a:tcPr>
                </a:tc>
                <a:tc>
                  <a:txBody>
                    <a:bodyPr wrap="square" lIns="76200" tIns="76200" rIns="76200" bIns="76200">
                      <a:noAutofit/>
                    </a:bodyPr>
                    <a:lstStyle/>
                    <a:p>
                      <a:r>
                        <a:rPr sz="1725">
                          <a:solidFill>
                            <a:srgbClr val="E3E4DC"/>
                          </a:solidFill>
                          <a:latin typeface="Roboto Mono Light"/>
                          <a:ea typeface="Roboto Mono Light"/>
                          <a:cs typeface="Roboto Mono Light"/>
                        </a:rPr>
                        <a:t>Passage topic</a:t>
                      </a:r>
                    </a:p>
                  </a:txBody>
                  <a:tcPr marL="91440" marR="91440" marT="45720" marB="45720" anchor="ctr">
                    <a:solidFill>
                      <a:srgbClr val="203C36"/>
                    </a:solidFill>
                  </a:tcPr>
                </a:tc>
              </a:tr>
              <a:tr h="409575">
                <a:tc>
                  <a:txBody>
                    <a:bodyPr wrap="square" lIns="76200" tIns="76200" rIns="76200" bIns="76200">
                      <a:noAutofit/>
                    </a:bodyPr>
                    <a:lstStyle/>
                    <a:p>
                      <a:r>
                        <a:rPr sz="1725">
                          <a:solidFill>
                            <a:srgbClr val="203C36"/>
                          </a:solidFill>
                          <a:latin typeface="Roboto Mono Light"/>
                          <a:ea typeface="Roboto Mono Light"/>
                          <a:cs typeface="Roboto Mono Light"/>
                        </a:rPr>
                        <a:t>Page 5</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Annual renewal of commitments</a:t>
                      </a:r>
                    </a:p>
                  </a:txBody>
                  <a:tcPr marL="91440" marR="91440" marT="45720" marB="45720" anchor="ctr">
                    <a:solidFill>
                      <a:srgbClr val="E3E4DC"/>
                    </a:solidFill>
                  </a:tcPr>
                </a:tc>
              </a:tr>
              <a:tr h="409575">
                <a:tc>
                  <a:txBody>
                    <a:bodyPr wrap="square" lIns="76200" tIns="76200" rIns="76200" bIns="76200">
                      <a:noAutofit/>
                    </a:bodyPr>
                    <a:lstStyle/>
                    <a:p>
                      <a:r>
                        <a:rPr sz="1725">
                          <a:solidFill>
                            <a:srgbClr val="203C36"/>
                          </a:solidFill>
                          <a:latin typeface="Roboto Mono Light"/>
                          <a:ea typeface="Roboto Mono Light"/>
                          <a:cs typeface="Roboto Mono Light"/>
                        </a:rPr>
                        <a:t>Page 4</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Confidentiality laws</a:t>
                      </a:r>
                    </a:p>
                  </a:txBody>
                  <a:tcPr marL="91440" marR="91440" marT="45720" marB="45720" anchor="ctr">
                    <a:solidFill>
                      <a:srgbClr val="E3E4DC"/>
                    </a:solidFill>
                  </a:tcPr>
                </a:tc>
              </a:tr>
              <a:tr h="409575">
                <a:tc>
                  <a:txBody>
                    <a:bodyPr wrap="square" lIns="76200" tIns="76200" rIns="76200" bIns="76200">
                      <a:noAutofit/>
                    </a:bodyPr>
                    <a:lstStyle/>
                    <a:p>
                      <a:r>
                        <a:rPr sz="1725">
                          <a:solidFill>
                            <a:srgbClr val="203C36"/>
                          </a:solidFill>
                          <a:latin typeface="Roboto Mono Light"/>
                          <a:ea typeface="Roboto Mono Light"/>
                          <a:cs typeface="Roboto Mono Light"/>
                        </a:rPr>
                        <a:t>Page 17</a:t>
                      </a:r>
                    </a:p>
                  </a:txBody>
                  <a:tcPr marL="91440" marR="91440" marT="45720" marB="45720" anchor="ctr">
                    <a:solidFill>
                      <a:srgbClr val="E3E4DC"/>
                    </a:solidFill>
                  </a:tcPr>
                </a:tc>
                <a:tc>
                  <a:txBody>
                    <a:bodyPr wrap="square" lIns="76200" tIns="76200" rIns="76200" bIns="76200">
                      <a:noAutofit/>
                    </a:bodyPr>
                    <a:lstStyle/>
                    <a:p>
                      <a:r>
                        <a:rPr sz="1725">
                          <a:solidFill>
                            <a:srgbClr val="203C36"/>
                          </a:solidFill>
                          <a:latin typeface="Roboto Mono Light"/>
                          <a:ea typeface="Roboto Mono Light"/>
                          <a:cs typeface="Roboto Mono Light"/>
                        </a:rPr>
                        <a:t>Destruction and policy changes</a:t>
                      </a:r>
                    </a:p>
                  </a:txBody>
                  <a:tcPr marL="91440" marR="91440" marT="45720" marB="45720" anchor="ctr">
                    <a:solidFill>
                      <a:srgbClr val="E3E4DC"/>
                    </a:solidFill>
                  </a:tcPr>
                </a:tc>
              </a:tr>
            </a:tbl>
          </a:graphicData>
        </a:graphic>
      </p:graphicFrame>
      <p:sp>
        <p:nvSpPr>
          <p:cNvPr id="5" name="retrieval-reason">
            <a:extLst xmlns:a="http://schemas.openxmlformats.org/drawingml/2006/main">
              <a:ext uri="{FF2B5EF4-FFF2-40B4-BE49-F238E27FC236}">
                <a16:creationId xmlns:a16="http://schemas.microsoft.com/office/drawing/2014/main" id="{BBA3D874-C7C5-4341-AC3B-F4EE95EC03BE}"/>
              </a:ext>
            </a:extLst>
          </p:cNvPr>
          <p:cNvSpPr>
            <a:spLocks xmlns:a="http://schemas.openxmlformats.org/drawingml/2006/main" noGrp="1"/>
          </p:cNvSpPr>
          <p:nvPr/>
        </p:nvSpPr>
        <p:spPr>
          <a:xfrm xmlns:a="http://schemas.openxmlformats.org/drawingml/2006/main">
            <a:off x="457200" y="4572000"/>
            <a:ext cx="8229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Why top 3: short context we can inspect.</a:t>
            </a:r>
          </a:p>
        </p:txBody>
      </p:sp>
      <p:sp>
        <p:nvSpPr>
          <p:cNvPr id="6" name="slide-number">
            <a:extLst xmlns:a="http://schemas.openxmlformats.org/drawingml/2006/main">
              <a:ext uri="{FF2B5EF4-FFF2-40B4-BE49-F238E27FC236}">
                <a16:creationId xmlns:a16="http://schemas.microsoft.com/office/drawing/2014/main" id="{B6DED423-F8C6-4F2B-AB47-CAA6E9DDC3A4}"/>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15 / 21</a:t>
            </a:r>
          </a:p>
        </p:txBody>
      </p:sp>
    </p:spTree>
    <p:extLst>
      <p:ext uri="{BB962C8B-B14F-4D97-AF65-F5344CB8AC3E}">
        <p14:creationId xmlns:p14="http://schemas.microsoft.com/office/powerpoint/2010/main" val="110491281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A5C0C11-F4EB-4986-B7AB-5F50B43BE4FD}"/>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6. Writing an answer from evidence</a:t>
            </a:r>
          </a:p>
        </p:txBody>
      </p:sp>
      <p:sp>
        <p:nvSpPr>
          <p:cNvPr id="2" name="chosen-strategy">
            <a:extLst xmlns:a="http://schemas.openxmlformats.org/drawingml/2006/main">
              <a:ext uri="{FF2B5EF4-FFF2-40B4-BE49-F238E27FC236}">
                <a16:creationId xmlns:a16="http://schemas.microsoft.com/office/drawing/2014/main" id="{1FDCF399-15FC-439B-BAA6-C0CBC49D3897}"/>
              </a:ext>
            </a:extLst>
          </p:cNvPr>
          <p:cNvSpPr>
            <a:spLocks xmlns:a="http://schemas.openxmlformats.org/drawingml/2006/main" noGrp="1"/>
          </p:cNvSpPr>
          <p:nvPr/>
        </p:nvSpPr>
        <p:spPr>
          <a:xfrm xmlns:a="http://schemas.openxmlformats.org/drawingml/2006/main">
            <a:off x="457200" y="167640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8D4138"/>
                </a:solidFill>
                <a:latin typeface="Roboto Mono Light"/>
                <a:ea typeface="Roboto Mono Light"/>
                <a:cs typeface="Roboto Mono Light"/>
              </a:defRPr>
            </a:defPPr>
          </a:lstStyle>
          <a:p xmlns:a="http://schemas.openxmlformats.org/drawingml/2006/main">
            <a:pPr>
              <a:defRPr sz="1875">
                <a:solidFill>
                  <a:srgbClr val="8D4138"/>
                </a:solidFill>
                <a:latin typeface="Roboto Mono Light"/>
                <a:ea typeface="Roboto Mono Light"/>
                <a:cs typeface="Roboto Mono Light"/>
              </a:defRPr>
            </a:pPr>
            <a:r>
              <a:rPr sz="1875">
                <a:solidFill>
                  <a:srgbClr val="8D4138"/>
                </a:solidFill>
                <a:latin typeface="Roboto Mono Light"/>
                <a:ea typeface="Roboto Mono Light"/>
                <a:cs typeface="Roboto Mono Light"/>
              </a:rPr>
              <a:t>Evidence-grounded prompting with citations</a:t>
            </a:r>
          </a:p>
        </p:txBody>
      </p:sp>
      <p:sp>
        <p:nvSpPr>
          <p:cNvPr id="3" name="prompt-label-0">
            <a:extLst xmlns:a="http://schemas.openxmlformats.org/drawingml/2006/main">
              <a:ext uri="{FF2B5EF4-FFF2-40B4-BE49-F238E27FC236}">
                <a16:creationId xmlns:a16="http://schemas.microsoft.com/office/drawing/2014/main" id="{D349CE87-E30E-4881-B8AD-A71756CFBB42}"/>
              </a:ext>
            </a:extLst>
          </p:cNvPr>
          <p:cNvSpPr>
            <a:spLocks xmlns:a="http://schemas.openxmlformats.org/drawingml/2006/main" noGrp="1"/>
          </p:cNvSpPr>
          <p:nvPr/>
        </p:nvSpPr>
        <p:spPr>
          <a:xfrm xmlns:a="http://schemas.openxmlformats.org/drawingml/2006/main">
            <a:off x="457200" y="22955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203C36"/>
                </a:solidFill>
                <a:latin typeface="Roboto Mono Light"/>
                <a:ea typeface="Roboto Mono Light"/>
                <a:cs typeface="Roboto Mono Light"/>
              </a:defRPr>
            </a:defPPr>
          </a:lstStyle>
          <a:p xmlns:a="http://schemas.openxmlformats.org/drawingml/2006/main">
            <a:pPr>
              <a:defRPr sz="1425">
                <a:solidFill>
                  <a:srgbClr val="203C36"/>
                </a:solidFill>
                <a:latin typeface="Roboto Mono Light"/>
                <a:ea typeface="Roboto Mono Light"/>
                <a:cs typeface="Roboto Mono Light"/>
              </a:defRPr>
            </a:pPr>
            <a:r>
              <a:rPr sz="1425">
                <a:solidFill>
                  <a:srgbClr val="203C36"/>
                </a:solidFill>
                <a:latin typeface="Roboto Mono Light"/>
                <a:ea typeface="Roboto Mono Light"/>
                <a:cs typeface="Roboto Mono Light"/>
              </a:rPr>
              <a:t>QUESTION</a:t>
            </a:r>
          </a:p>
        </p:txBody>
      </p:sp>
      <p:sp>
        <p:nvSpPr>
          <p:cNvPr id="4" name="prompt-content-0">
            <a:extLst xmlns:a="http://schemas.openxmlformats.org/drawingml/2006/main">
              <a:ext uri="{FF2B5EF4-FFF2-40B4-BE49-F238E27FC236}">
                <a16:creationId xmlns:a16="http://schemas.microsoft.com/office/drawing/2014/main" id="{B803D9DF-F067-43FB-BB2E-603176F72F0E}"/>
              </a:ext>
            </a:extLst>
          </p:cNvPr>
          <p:cNvSpPr>
            <a:spLocks xmlns:a="http://schemas.openxmlformats.org/drawingml/2006/main" noGrp="1"/>
          </p:cNvSpPr>
          <p:nvPr/>
        </p:nvSpPr>
        <p:spPr>
          <a:xfrm xmlns:a="http://schemas.openxmlformats.org/drawingml/2006/main">
            <a:off x="2809875" y="2238375"/>
            <a:ext cx="5876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What the user wants to know</a:t>
            </a:r>
          </a:p>
        </p:txBody>
      </p:sp>
      <p:sp>
        <p:nvSpPr>
          <p:cNvPr id="5" name="prompt-label-1">
            <a:extLst xmlns:a="http://schemas.openxmlformats.org/drawingml/2006/main">
              <a:ext uri="{FF2B5EF4-FFF2-40B4-BE49-F238E27FC236}">
                <a16:creationId xmlns:a16="http://schemas.microsoft.com/office/drawing/2014/main" id="{C0A853B1-84AD-4401-B42A-82989640D6E7}"/>
              </a:ext>
            </a:extLst>
          </p:cNvPr>
          <p:cNvSpPr>
            <a:spLocks xmlns:a="http://schemas.openxmlformats.org/drawingml/2006/main" noGrp="1"/>
          </p:cNvSpPr>
          <p:nvPr/>
        </p:nvSpPr>
        <p:spPr>
          <a:xfrm xmlns:a="http://schemas.openxmlformats.org/drawingml/2006/main">
            <a:off x="457200" y="30194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203C36"/>
                </a:solidFill>
                <a:latin typeface="Roboto Mono Light"/>
                <a:ea typeface="Roboto Mono Light"/>
                <a:cs typeface="Roboto Mono Light"/>
              </a:defRPr>
            </a:defPPr>
          </a:lstStyle>
          <a:p xmlns:a="http://schemas.openxmlformats.org/drawingml/2006/main">
            <a:pPr>
              <a:defRPr sz="1425">
                <a:solidFill>
                  <a:srgbClr val="203C36"/>
                </a:solidFill>
                <a:latin typeface="Roboto Mono Light"/>
                <a:ea typeface="Roboto Mono Light"/>
                <a:cs typeface="Roboto Mono Light"/>
              </a:defRPr>
            </a:pPr>
            <a:r>
              <a:rPr sz="1425">
                <a:solidFill>
                  <a:srgbClr val="203C36"/>
                </a:solidFill>
                <a:latin typeface="Roboto Mono Light"/>
                <a:ea typeface="Roboto Mono Light"/>
                <a:cs typeface="Roboto Mono Light"/>
              </a:rPr>
              <a:t>EVIDENCE</a:t>
            </a:r>
          </a:p>
        </p:txBody>
      </p:sp>
      <p:sp>
        <p:nvSpPr>
          <p:cNvPr id="6" name="prompt-content-1">
            <a:extLst xmlns:a="http://schemas.openxmlformats.org/drawingml/2006/main">
              <a:ext uri="{FF2B5EF4-FFF2-40B4-BE49-F238E27FC236}">
                <a16:creationId xmlns:a16="http://schemas.microsoft.com/office/drawing/2014/main" id="{B09D074E-0EA2-422D-A602-C7E4C9C7DC9F}"/>
              </a:ext>
            </a:extLst>
          </p:cNvPr>
          <p:cNvSpPr>
            <a:spLocks xmlns:a="http://schemas.openxmlformats.org/drawingml/2006/main" noGrp="1"/>
          </p:cNvSpPr>
          <p:nvPr/>
        </p:nvSpPr>
        <p:spPr>
          <a:xfrm xmlns:a="http://schemas.openxmlformats.org/drawingml/2006/main">
            <a:off x="2809875" y="2962275"/>
            <a:ext cx="5876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The three retrieved passages</a:t>
            </a:r>
          </a:p>
        </p:txBody>
      </p:sp>
      <p:sp>
        <p:nvSpPr>
          <p:cNvPr id="7" name="prompt-label-2">
            <a:extLst xmlns:a="http://schemas.openxmlformats.org/drawingml/2006/main">
              <a:ext uri="{FF2B5EF4-FFF2-40B4-BE49-F238E27FC236}">
                <a16:creationId xmlns:a16="http://schemas.microsoft.com/office/drawing/2014/main" id="{97435E53-A79E-4129-8955-FB34A6742F29}"/>
              </a:ext>
            </a:extLst>
          </p:cNvPr>
          <p:cNvSpPr>
            <a:spLocks xmlns:a="http://schemas.openxmlformats.org/drawingml/2006/main" noGrp="1"/>
          </p:cNvSpPr>
          <p:nvPr/>
        </p:nvSpPr>
        <p:spPr>
          <a:xfrm xmlns:a="http://schemas.openxmlformats.org/drawingml/2006/main">
            <a:off x="457200" y="37433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203C36"/>
                </a:solidFill>
                <a:latin typeface="Roboto Mono Light"/>
                <a:ea typeface="Roboto Mono Light"/>
                <a:cs typeface="Roboto Mono Light"/>
              </a:defRPr>
            </a:defPPr>
          </a:lstStyle>
          <a:p xmlns:a="http://schemas.openxmlformats.org/drawingml/2006/main">
            <a:pPr>
              <a:defRPr sz="1425">
                <a:solidFill>
                  <a:srgbClr val="203C36"/>
                </a:solidFill>
                <a:latin typeface="Roboto Mono Light"/>
                <a:ea typeface="Roboto Mono Light"/>
                <a:cs typeface="Roboto Mono Light"/>
              </a:defRPr>
            </a:pPr>
            <a:r>
              <a:rPr sz="1425">
                <a:solidFill>
                  <a:srgbClr val="203C36"/>
                </a:solidFill>
                <a:latin typeface="Roboto Mono Light"/>
                <a:ea typeface="Roboto Mono Light"/>
                <a:cs typeface="Roboto Mono Light"/>
              </a:rPr>
              <a:t>INSTRUCTIONS</a:t>
            </a:r>
          </a:p>
        </p:txBody>
      </p:sp>
      <p:sp>
        <p:nvSpPr>
          <p:cNvPr id="8" name="prompt-content-2">
            <a:extLst xmlns:a="http://schemas.openxmlformats.org/drawingml/2006/main">
              <a:ext uri="{FF2B5EF4-FFF2-40B4-BE49-F238E27FC236}">
                <a16:creationId xmlns:a16="http://schemas.microsoft.com/office/drawing/2014/main" id="{A5351AD3-9E7D-4AD8-9898-4477F7AFDE62}"/>
              </a:ext>
            </a:extLst>
          </p:cNvPr>
          <p:cNvSpPr>
            <a:spLocks xmlns:a="http://schemas.openxmlformats.org/drawingml/2006/main" noGrp="1"/>
          </p:cNvSpPr>
          <p:nvPr/>
        </p:nvSpPr>
        <p:spPr>
          <a:xfrm xmlns:a="http://schemas.openxmlformats.org/drawingml/2006/main">
            <a:off x="2809875" y="3686175"/>
            <a:ext cx="5876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Use the evidence. Cite it. Abstain if missing.</a:t>
            </a:r>
          </a:p>
        </p:txBody>
      </p:sp>
      <p:sp>
        <p:nvSpPr>
          <p:cNvPr id="9" name="generation-reason">
            <a:extLst xmlns:a="http://schemas.openxmlformats.org/drawingml/2006/main">
              <a:ext uri="{FF2B5EF4-FFF2-40B4-BE49-F238E27FC236}">
                <a16:creationId xmlns:a16="http://schemas.microsoft.com/office/drawing/2014/main" id="{3BC9B87F-C614-4B58-8A74-312B7E95A234}"/>
              </a:ext>
            </a:extLst>
          </p:cNvPr>
          <p:cNvSpPr>
            <a:spLocks xmlns:a="http://schemas.openxmlformats.org/drawingml/2006/main" noGrp="1"/>
          </p:cNvSpPr>
          <p:nvPr/>
        </p:nvSpPr>
        <p:spPr>
          <a:xfrm xmlns:a="http://schemas.openxmlformats.org/drawingml/2006/main">
            <a:off x="457200" y="4581525"/>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203C36"/>
                </a:solidFill>
                <a:latin typeface="Roboto Mono Light"/>
                <a:ea typeface="Roboto Mono Light"/>
                <a:cs typeface="Roboto Mono Light"/>
              </a:defRPr>
            </a:defPPr>
          </a:lstStyle>
          <a:p xmlns:a="http://schemas.openxmlformats.org/drawingml/2006/main">
            <a:pPr>
              <a:defRPr sz="1800">
                <a:solidFill>
                  <a:srgbClr val="203C36"/>
                </a:solidFill>
                <a:latin typeface="Roboto Mono Light"/>
                <a:ea typeface="Roboto Mono Light"/>
                <a:cs typeface="Roboto Mono Light"/>
              </a:defRPr>
            </a:pPr>
            <a:r>
              <a:rPr sz="1800">
                <a:solidFill>
                  <a:srgbClr val="203C36"/>
                </a:solidFill>
                <a:latin typeface="Roboto Mono Light"/>
                <a:ea typeface="Roboto Mono Light"/>
                <a:cs typeface="Roboto Mono Light"/>
              </a:rPr>
              <a:t>Why: tie each answer to evidence we can check.</a:t>
            </a:r>
          </a:p>
        </p:txBody>
      </p:sp>
      <p:sp>
        <p:nvSpPr>
          <p:cNvPr id="10" name="slide-number">
            <a:extLst xmlns:a="http://schemas.openxmlformats.org/drawingml/2006/main">
              <a:ext uri="{FF2B5EF4-FFF2-40B4-BE49-F238E27FC236}">
                <a16:creationId xmlns:a16="http://schemas.microsoft.com/office/drawing/2014/main" id="{599C37F9-5E4E-48BE-83AE-76724EA08941}"/>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16 / 21</a:t>
            </a:r>
          </a:p>
        </p:txBody>
      </p:sp>
    </p:spTree>
    <p:extLst>
      <p:ext uri="{BB962C8B-B14F-4D97-AF65-F5344CB8AC3E}">
        <p14:creationId xmlns:p14="http://schemas.microsoft.com/office/powerpoint/2010/main" val="110491281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BC0056-020C-47C2-97DF-97EFCF147D9B}"/>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Practice: our first question</a:t>
            </a:r>
          </a:p>
        </p:txBody>
      </p:sp>
      <p:pic>
        <p:nvPicPr>
          <p:cNvPr id="2" name="">
            <a:extLst xmlns:a="http://schemas.openxmlformats.org/drawingml/2006/main">
              <a:ext uri="{FF2B5EF4-FFF2-40B4-BE49-F238E27FC236}">
                <a16:creationId xmlns:a16="http://schemas.microsoft.com/office/drawing/2014/main" id="{8934BCA8-2336-493F-9C2B-F45FB22E265C}"/>
              </a:ext>
            </a:extLst>
          </p:cNvPr>
          <p:cNvPicPr>
            <a:picLocks xmlns:a="http://schemas.openxmlformats.org/drawingml/2006/main" noChangeAspect="1"/>
          </p:cNvPicPr>
          <p:nvPr/>
        </p:nvPicPr>
        <p:blipFill>
          <a:blip xmlns:r="http://schemas.openxmlformats.org/officeDocument/2006/relationships" xmlns:a="http://schemas.openxmlformats.org/drawingml/2006/main" r:embed="Rccd6cfeb9dc34504"/>
          <a:stretch xmlns:a="http://schemas.openxmlformats.org/drawingml/2006/main"/>
        </p:blipFill>
        <p:spPr>
          <a:xfrm xmlns:a="http://schemas.openxmlformats.org/drawingml/2006/main">
            <a:off x="1316687" y="1676400"/>
            <a:ext cx="6510626" cy="2876550"/>
          </a:xfrm>
          <a:prstGeom xmlns:a="http://schemas.openxmlformats.org/drawingml/2006/main" prst="rect">
            <a:avLst/>
          </a:prstGeom>
        </p:spPr>
      </p:pic>
      <p:sp>
        <p:nvSpPr>
          <p:cNvPr id="3" name="ask-prompt">
            <a:extLst xmlns:a="http://schemas.openxmlformats.org/drawingml/2006/main">
              <a:ext uri="{FF2B5EF4-FFF2-40B4-BE49-F238E27FC236}">
                <a16:creationId xmlns:a16="http://schemas.microsoft.com/office/drawing/2014/main" id="{F649CC39-1E48-43EA-9497-006164528389}"/>
              </a:ext>
            </a:extLst>
          </p:cNvPr>
          <p:cNvSpPr>
            <a:spLocks xmlns:a="http://schemas.openxmlformats.org/drawingml/2006/main" noGrp="1"/>
          </p:cNvSpPr>
          <p:nvPr/>
        </p:nvSpPr>
        <p:spPr>
          <a:xfrm xmlns:a="http://schemas.openxmlformats.org/drawingml/2006/main">
            <a:off x="457200" y="4619625"/>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8D4138"/>
                </a:solidFill>
                <a:latin typeface="Roboto Mono Light"/>
                <a:ea typeface="Roboto Mono Light"/>
                <a:cs typeface="Roboto Mono Light"/>
              </a:defRPr>
            </a:defPPr>
          </a:lstStyle>
          <a:p xmlns:a="http://schemas.openxmlformats.org/drawingml/2006/main">
            <a:pPr>
              <a:defRPr sz="1725">
                <a:solidFill>
                  <a:srgbClr val="8D4138"/>
                </a:solidFill>
                <a:latin typeface="Roboto Mono Light"/>
                <a:ea typeface="Roboto Mono Light"/>
                <a:cs typeface="Roboto Mono Light"/>
              </a:defRPr>
            </a:pPr>
            <a:r>
              <a:rPr sz="1725">
                <a:solidFill>
                  <a:srgbClr val="8D4138"/>
                </a:solidFill>
                <a:latin typeface="Roboto Mono Light"/>
                <a:ea typeface="Roboto Mono Light"/>
                <a:cs typeface="Roboto Mono Light"/>
              </a:rPr>
              <a:t>Expected fact: chaque année. Then check the citation.</a:t>
            </a:r>
          </a:p>
        </p:txBody>
      </p:sp>
      <p:sp>
        <p:nvSpPr>
          <p:cNvPr id="4" name="slide-number">
            <a:extLst xmlns:a="http://schemas.openxmlformats.org/drawingml/2006/main">
              <a:ext uri="{FF2B5EF4-FFF2-40B4-BE49-F238E27FC236}">
                <a16:creationId xmlns:a16="http://schemas.microsoft.com/office/drawing/2014/main" id="{DCEB22BA-DBB9-4F58-B9FA-6D2509EFC1E3}"/>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17 / 21</a:t>
            </a:r>
          </a:p>
        </p:txBody>
      </p:sp>
    </p:spTree>
    <p:extLst>
      <p:ext uri="{BB962C8B-B14F-4D97-AF65-F5344CB8AC3E}">
        <p14:creationId xmlns:p14="http://schemas.microsoft.com/office/powerpoint/2010/main" val="110491281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8929207D-152E-430C-9AE9-843E405311CB}"/>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7. Checking the answer</a:t>
            </a:r>
          </a:p>
        </p:txBody>
      </p:sp>
      <p:sp>
        <p:nvSpPr>
          <p:cNvPr id="2" name="chosen-strategy">
            <a:extLst xmlns:a="http://schemas.openxmlformats.org/drawingml/2006/main">
              <a:ext uri="{FF2B5EF4-FFF2-40B4-BE49-F238E27FC236}">
                <a16:creationId xmlns:a16="http://schemas.microsoft.com/office/drawing/2014/main" id="{D5334412-D84F-42C8-B01B-7EF50761959B}"/>
              </a:ext>
            </a:extLst>
          </p:cNvPr>
          <p:cNvSpPr>
            <a:spLocks xmlns:a="http://schemas.openxmlformats.org/drawingml/2006/main" noGrp="1"/>
          </p:cNvSpPr>
          <p:nvPr/>
        </p:nvSpPr>
        <p:spPr>
          <a:xfrm xmlns:a="http://schemas.openxmlformats.org/drawingml/2006/main">
            <a:off x="457200" y="1676400"/>
            <a:ext cx="822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8D4138"/>
                </a:solidFill>
                <a:latin typeface="Roboto Mono Light"/>
                <a:ea typeface="Roboto Mono Light"/>
                <a:cs typeface="Roboto Mono Light"/>
              </a:defRPr>
            </a:defPPr>
          </a:lstStyle>
          <a:p xmlns:a="http://schemas.openxmlformats.org/drawingml/2006/main">
            <a:pPr>
              <a:defRPr sz="1950">
                <a:solidFill>
                  <a:srgbClr val="8D4138"/>
                </a:solidFill>
                <a:latin typeface="Roboto Mono Light"/>
                <a:ea typeface="Roboto Mono Light"/>
                <a:cs typeface="Roboto Mono Light"/>
              </a:defRPr>
            </a:pPr>
            <a:r>
              <a:rPr sz="1950">
                <a:solidFill>
                  <a:srgbClr val="8D4138"/>
                </a:solidFill>
                <a:latin typeface="Roboto Mono Light"/>
                <a:ea typeface="Roboto Mono Light"/>
                <a:cs typeface="Roboto Mono Light"/>
              </a:rPr>
              <a:t>Human source verification</a:t>
            </a:r>
          </a:p>
        </p:txBody>
      </p:sp>
      <p:sp>
        <p:nvSpPr>
          <p:cNvPr id="3" name="source-quote">
            <a:extLst xmlns:a="http://schemas.openxmlformats.org/drawingml/2006/main">
              <a:ext uri="{FF2B5EF4-FFF2-40B4-BE49-F238E27FC236}">
                <a16:creationId xmlns:a16="http://schemas.microsoft.com/office/drawing/2014/main" id="{B395379D-91CC-4C24-B1E8-E48FFC93AF01}"/>
              </a:ext>
            </a:extLst>
          </p:cNvPr>
          <p:cNvSpPr>
            <a:spLocks xmlns:a="http://schemas.openxmlformats.org/drawingml/2006/main" noGrp="1"/>
          </p:cNvSpPr>
          <p:nvPr/>
        </p:nvSpPr>
        <p:spPr>
          <a:xfrm xmlns:a="http://schemas.openxmlformats.org/drawingml/2006/main">
            <a:off x="457200" y="2171700"/>
            <a:ext cx="6286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C36"/>
                </a:solidFill>
                <a:latin typeface="Roboto Mono Light"/>
                <a:ea typeface="Roboto Mono Light"/>
                <a:cs typeface="Roboto Mono Light"/>
              </a:defRPr>
            </a:defPPr>
          </a:lstStyle>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“Celui-ci signe des engagements</a:t>
            </a:r>
          </a:p>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de confidentialité et les</a:t>
            </a:r>
          </a:p>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renouvelle chaque année”</a:t>
            </a:r>
          </a:p>
        </p:txBody>
      </p:sp>
      <p:sp>
        <p:nvSpPr>
          <p:cNvPr id="4" name="page-number">
            <a:extLst xmlns:a="http://schemas.openxmlformats.org/drawingml/2006/main">
              <a:ext uri="{FF2B5EF4-FFF2-40B4-BE49-F238E27FC236}">
                <a16:creationId xmlns:a16="http://schemas.microsoft.com/office/drawing/2014/main" id="{57247B92-7025-489E-8D82-D81630860D1C}"/>
              </a:ext>
            </a:extLst>
          </p:cNvPr>
          <p:cNvSpPr>
            <a:spLocks xmlns:a="http://schemas.openxmlformats.org/drawingml/2006/main" noGrp="1"/>
          </p:cNvSpPr>
          <p:nvPr/>
        </p:nvSpPr>
        <p:spPr>
          <a:xfrm xmlns:a="http://schemas.openxmlformats.org/drawingml/2006/main">
            <a:off x="7258050" y="2085975"/>
            <a:ext cx="1428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a:solidFill>
                  <a:srgbClr val="203C36"/>
                </a:solidFill>
                <a:latin typeface="Roboto Mono Light"/>
                <a:ea typeface="Roboto Mono Light"/>
                <a:cs typeface="Roboto Mono Light"/>
              </a:defRPr>
            </a:defPPr>
          </a:lstStyle>
          <a:p xmlns:a="http://schemas.openxmlformats.org/drawingml/2006/main">
            <a:pPr>
              <a:defRPr sz="6450">
                <a:solidFill>
                  <a:srgbClr val="203C36"/>
                </a:solidFill>
                <a:latin typeface="Roboto Mono Light"/>
                <a:ea typeface="Roboto Mono Light"/>
                <a:cs typeface="Roboto Mono Light"/>
              </a:defRPr>
            </a:pPr>
            <a:r>
              <a:rPr sz="6450">
                <a:solidFill>
                  <a:srgbClr val="203C36"/>
                </a:solidFill>
                <a:latin typeface="Roboto Mono Light"/>
                <a:ea typeface="Roboto Mono Light"/>
                <a:cs typeface="Roboto Mono Light"/>
              </a:rPr>
              <a:t>5</a:t>
            </a:r>
          </a:p>
        </p:txBody>
      </p:sp>
      <p:sp>
        <p:nvSpPr>
          <p:cNvPr id="5" name="page-label">
            <a:extLst xmlns:a="http://schemas.openxmlformats.org/drawingml/2006/main">
              <a:ext uri="{FF2B5EF4-FFF2-40B4-BE49-F238E27FC236}">
                <a16:creationId xmlns:a16="http://schemas.microsoft.com/office/drawing/2014/main" id="{30D1D1D9-3A7F-456A-BD80-0AE95C132F84}"/>
              </a:ext>
            </a:extLst>
          </p:cNvPr>
          <p:cNvSpPr>
            <a:spLocks xmlns:a="http://schemas.openxmlformats.org/drawingml/2006/main" noGrp="1"/>
          </p:cNvSpPr>
          <p:nvPr/>
        </p:nvSpPr>
        <p:spPr>
          <a:xfrm xmlns:a="http://schemas.openxmlformats.org/drawingml/2006/main">
            <a:off x="7067550" y="327660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203C36"/>
                </a:solidFill>
                <a:latin typeface="Roboto Mono Light"/>
                <a:ea typeface="Roboto Mono Light"/>
                <a:cs typeface="Roboto Mono Light"/>
              </a:defRPr>
            </a:defPPr>
          </a:lstStyle>
          <a:p xmlns:a="http://schemas.openxmlformats.org/drawingml/2006/main">
            <a:pPr>
              <a:defRPr sz="1725">
                <a:solidFill>
                  <a:srgbClr val="203C36"/>
                </a:solidFill>
                <a:latin typeface="Roboto Mono Light"/>
                <a:ea typeface="Roboto Mono Light"/>
                <a:cs typeface="Roboto Mono Light"/>
              </a:defRPr>
            </a:pPr>
            <a:r>
              <a:rPr sz="1725">
                <a:solidFill>
                  <a:srgbClr val="203C36"/>
                </a:solidFill>
                <a:latin typeface="Roboto Mono Light"/>
                <a:ea typeface="Roboto Mono Light"/>
                <a:cs typeface="Roboto Mono Light"/>
              </a:rPr>
              <a:t>PDF page</a:t>
            </a:r>
          </a:p>
        </p:txBody>
      </p:sp>
      <p:sp>
        <p:nvSpPr>
          <p:cNvPr id="6" name="verification-reason">
            <a:extLst xmlns:a="http://schemas.openxmlformats.org/drawingml/2006/main">
              <a:ext uri="{FF2B5EF4-FFF2-40B4-BE49-F238E27FC236}">
                <a16:creationId xmlns:a16="http://schemas.microsoft.com/office/drawing/2014/main" id="{C5061F55-561B-44D2-AC53-D0C7CADB9D20}"/>
              </a:ext>
            </a:extLst>
          </p:cNvPr>
          <p:cNvSpPr>
            <a:spLocks xmlns:a="http://schemas.openxmlformats.org/drawingml/2006/main" noGrp="1"/>
          </p:cNvSpPr>
          <p:nvPr/>
        </p:nvSpPr>
        <p:spPr>
          <a:xfrm xmlns:a="http://schemas.openxmlformats.org/drawingml/2006/main">
            <a:off x="457200" y="380047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C36"/>
                </a:solidFill>
                <a:latin typeface="Roboto Mono Light"/>
                <a:ea typeface="Roboto Mono Light"/>
                <a:cs typeface="Roboto Mono Light"/>
              </a:defRPr>
            </a:defPPr>
          </a:lstStyle>
          <a:p xmlns:a="http://schemas.openxmlformats.org/drawingml/2006/main">
            <a:pPr>
              <a:defRPr sz="1875">
                <a:solidFill>
                  <a:srgbClr val="203C36"/>
                </a:solidFill>
                <a:latin typeface="Roboto Mono Light"/>
                <a:ea typeface="Roboto Mono Light"/>
                <a:cs typeface="Roboto Mono Light"/>
              </a:defRPr>
            </a:pPr>
            <a:r>
              <a:rPr sz="1875">
                <a:solidFill>
                  <a:srgbClr val="203C36"/>
                </a:solidFill>
                <a:latin typeface="Roboto Mono Light"/>
                <a:ea typeface="Roboto Mono Light"/>
                <a:cs typeface="Roboto Mono Light"/>
              </a:rPr>
              <a:t>Why: a citation alone cannot prove a claim.</a:t>
            </a:r>
          </a:p>
        </p:txBody>
      </p:sp>
      <p:sp>
        <p:nvSpPr>
          <p:cNvPr id="7" name="practice-label">
            <a:extLst xmlns:a="http://schemas.openxmlformats.org/drawingml/2006/main">
              <a:ext uri="{FF2B5EF4-FFF2-40B4-BE49-F238E27FC236}">
                <a16:creationId xmlns:a16="http://schemas.microsoft.com/office/drawing/2014/main" id="{39BC2487-BBE1-4BD2-BEAF-1474EC44E546}"/>
              </a:ext>
            </a:extLst>
          </p:cNvPr>
          <p:cNvSpPr>
            <a:spLocks xmlns:a="http://schemas.openxmlformats.org/drawingml/2006/main" noGrp="1"/>
          </p:cNvSpPr>
          <p:nvPr/>
        </p:nvSpPr>
        <p:spPr>
          <a:xfrm xmlns:a="http://schemas.openxmlformats.org/drawingml/2006/main">
            <a:off x="457200" y="4210050"/>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8D4138"/>
                </a:solidFill>
                <a:latin typeface="Roboto Mono Light"/>
                <a:ea typeface="Roboto Mono Light"/>
                <a:cs typeface="Roboto Mono Light"/>
              </a:defRPr>
            </a:defPPr>
          </a:lstStyle>
          <a:p xmlns:a="http://schemas.openxmlformats.org/drawingml/2006/main">
            <a:pPr>
              <a:defRPr sz="1200">
                <a:solidFill>
                  <a:srgbClr val="8D4138"/>
                </a:solidFill>
                <a:latin typeface="Roboto Mono Light"/>
                <a:ea typeface="Roboto Mono Light"/>
                <a:cs typeface="Roboto Mono Light"/>
              </a:defRPr>
            </a:pPr>
            <a:r>
              <a:rPr sz="1200">
                <a:solidFill>
                  <a:srgbClr val="8D4138"/>
                </a:solidFill>
                <a:latin typeface="Roboto Mono Light"/>
                <a:ea typeface="Roboto Mono Light"/>
                <a:cs typeface="Roboto Mono Light"/>
              </a:rPr>
              <a:t>IN THE APP</a:t>
            </a:r>
          </a:p>
        </p:txBody>
      </p:sp>
      <p:sp>
        <p:nvSpPr>
          <p:cNvPr id="8" name="practice-action">
            <a:extLst xmlns:a="http://schemas.openxmlformats.org/drawingml/2006/main">
              <a:ext uri="{FF2B5EF4-FFF2-40B4-BE49-F238E27FC236}">
                <a16:creationId xmlns:a16="http://schemas.microsoft.com/office/drawing/2014/main" id="{F7D32921-CABD-470F-BA4A-039B0538623E}"/>
              </a:ext>
            </a:extLst>
          </p:cNvPr>
          <p:cNvSpPr>
            <a:spLocks xmlns:a="http://schemas.openxmlformats.org/drawingml/2006/main" noGrp="1"/>
          </p:cNvSpPr>
          <p:nvPr/>
        </p:nvSpPr>
        <p:spPr>
          <a:xfrm xmlns:a="http://schemas.openxmlformats.org/drawingml/2006/main">
            <a:off x="457200" y="4467225"/>
            <a:ext cx="807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Open View retrieved passages. Compare with page 5.</a:t>
            </a:r>
          </a:p>
        </p:txBody>
      </p:sp>
      <p:sp>
        <p:nvSpPr>
          <p:cNvPr id="9" name="slide-number">
            <a:extLst xmlns:a="http://schemas.openxmlformats.org/drawingml/2006/main">
              <a:ext uri="{FF2B5EF4-FFF2-40B4-BE49-F238E27FC236}">
                <a16:creationId xmlns:a16="http://schemas.microsoft.com/office/drawing/2014/main" id="{3EE31D2A-86EF-4BFD-82F7-D174C8CD6DAB}"/>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18 / 21</a:t>
            </a:r>
          </a:p>
        </p:txBody>
      </p:sp>
    </p:spTree>
    <p:extLst>
      <p:ext uri="{BB962C8B-B14F-4D97-AF65-F5344CB8AC3E}">
        <p14:creationId xmlns:p14="http://schemas.microsoft.com/office/powerpoint/2010/main" val="110491281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ABFF0DC-810F-4570-B5E0-DDE380B678B5}"/>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Practice: a missing fact</a:t>
            </a:r>
          </a:p>
        </p:txBody>
      </p:sp>
      <p:sp>
        <p:nvSpPr>
          <p:cNvPr id="2" name="missing-question">
            <a:extLst xmlns:a="http://schemas.openxmlformats.org/drawingml/2006/main">
              <a:ext uri="{FF2B5EF4-FFF2-40B4-BE49-F238E27FC236}">
                <a16:creationId xmlns:a16="http://schemas.microsoft.com/office/drawing/2014/main" id="{2E12B992-3CB1-4F88-B123-2AE61B91AD84}"/>
              </a:ext>
            </a:extLst>
          </p:cNvPr>
          <p:cNvSpPr>
            <a:spLocks xmlns:a="http://schemas.openxmlformats.org/drawingml/2006/main" noGrp="1"/>
          </p:cNvSpPr>
          <p:nvPr/>
        </p:nvSpPr>
        <p:spPr>
          <a:xfrm xmlns:a="http://schemas.openxmlformats.org/drawingml/2006/main">
            <a:off x="457200" y="1800225"/>
            <a:ext cx="8229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203C36"/>
                </a:solidFill>
                <a:latin typeface="Roboto Mono Light"/>
                <a:ea typeface="Roboto Mono Light"/>
                <a:cs typeface="Roboto Mono Light"/>
              </a:defRPr>
            </a:defPPr>
          </a:lstStyle>
          <a:p xmlns:a="http://schemas.openxmlformats.org/drawingml/2006/main">
            <a:pPr>
              <a:defRPr sz="2325">
                <a:solidFill>
                  <a:srgbClr val="203C36"/>
                </a:solidFill>
                <a:latin typeface="Roboto Mono Light"/>
                <a:ea typeface="Roboto Mono Light"/>
                <a:cs typeface="Roboto Mono Light"/>
              </a:defRPr>
            </a:pPr>
            <a:r>
              <a:rPr sz="2325">
                <a:solidFill>
                  <a:srgbClr val="203C36"/>
                </a:solidFill>
                <a:latin typeface="Roboto Mono Light"/>
                <a:ea typeface="Roboto Mono Light"/>
                <a:cs typeface="Roboto Mono Light"/>
              </a:rPr>
              <a:t>Quel est le mot de passe du Wi-Fi</a:t>
            </a:r>
          </a:p>
          <a:p xmlns:a="http://schemas.openxmlformats.org/drawingml/2006/main">
            <a:pPr>
              <a:defRPr sz="2325">
                <a:solidFill>
                  <a:srgbClr val="203C36"/>
                </a:solidFill>
                <a:latin typeface="Roboto Mono Light"/>
                <a:ea typeface="Roboto Mono Light"/>
                <a:cs typeface="Roboto Mono Light"/>
              </a:defRPr>
            </a:pPr>
            <a:r>
              <a:rPr sz="2325">
                <a:solidFill>
                  <a:srgbClr val="203C36"/>
                </a:solidFill>
                <a:latin typeface="Roboto Mono Light"/>
                <a:ea typeface="Roboto Mono Light"/>
                <a:cs typeface="Roboto Mono Light"/>
              </a:rPr>
              <a:t>de Revenu Québec ?</a:t>
            </a:r>
          </a:p>
        </p:txBody>
      </p:sp>
      <p:sp>
        <p:nvSpPr>
          <p:cNvPr id="3" name="missing-answer">
            <a:extLst xmlns:a="http://schemas.openxmlformats.org/drawingml/2006/main">
              <a:ext uri="{FF2B5EF4-FFF2-40B4-BE49-F238E27FC236}">
                <a16:creationId xmlns:a16="http://schemas.microsoft.com/office/drawing/2014/main" id="{09A9426D-8817-4D03-8296-07B20DE92BF6}"/>
              </a:ext>
            </a:extLst>
          </p:cNvPr>
          <p:cNvSpPr>
            <a:spLocks xmlns:a="http://schemas.openxmlformats.org/drawingml/2006/main" noGrp="1"/>
          </p:cNvSpPr>
          <p:nvPr/>
        </p:nvSpPr>
        <p:spPr>
          <a:xfrm xmlns:a="http://schemas.openxmlformats.org/drawingml/2006/main">
            <a:off x="457200" y="3124200"/>
            <a:ext cx="8229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C36"/>
                </a:solidFill>
                <a:latin typeface="Roboto Mono Light"/>
                <a:ea typeface="Roboto Mono Light"/>
                <a:cs typeface="Roboto Mono Light"/>
              </a:defRPr>
            </a:defPPr>
          </a:lstStyle>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Je ne trouve pas cette information</a:t>
            </a:r>
          </a:p>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dans les documents.</a:t>
            </a:r>
          </a:p>
        </p:txBody>
      </p:sp>
      <p:sp>
        <p:nvSpPr>
          <p:cNvPr id="4" name="practice-label">
            <a:extLst xmlns:a="http://schemas.openxmlformats.org/drawingml/2006/main">
              <a:ext uri="{FF2B5EF4-FFF2-40B4-BE49-F238E27FC236}">
                <a16:creationId xmlns:a16="http://schemas.microsoft.com/office/drawing/2014/main" id="{F67BB043-DFBA-43BC-9219-5D321AF76423}"/>
              </a:ext>
            </a:extLst>
          </p:cNvPr>
          <p:cNvSpPr>
            <a:spLocks xmlns:a="http://schemas.openxmlformats.org/drawingml/2006/main" noGrp="1"/>
          </p:cNvSpPr>
          <p:nvPr/>
        </p:nvSpPr>
        <p:spPr>
          <a:xfrm xmlns:a="http://schemas.openxmlformats.org/drawingml/2006/main">
            <a:off x="457200" y="4210050"/>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8D4138"/>
                </a:solidFill>
                <a:latin typeface="Roboto Mono Light"/>
                <a:ea typeface="Roboto Mono Light"/>
                <a:cs typeface="Roboto Mono Light"/>
              </a:defRPr>
            </a:defPPr>
          </a:lstStyle>
          <a:p xmlns:a="http://schemas.openxmlformats.org/drawingml/2006/main">
            <a:pPr>
              <a:defRPr sz="1200">
                <a:solidFill>
                  <a:srgbClr val="8D4138"/>
                </a:solidFill>
                <a:latin typeface="Roboto Mono Light"/>
                <a:ea typeface="Roboto Mono Light"/>
                <a:cs typeface="Roboto Mono Light"/>
              </a:defRPr>
            </a:pPr>
            <a:r>
              <a:rPr sz="1200">
                <a:solidFill>
                  <a:srgbClr val="8D4138"/>
                </a:solidFill>
                <a:latin typeface="Roboto Mono Light"/>
                <a:ea typeface="Roboto Mono Light"/>
                <a:cs typeface="Roboto Mono Light"/>
              </a:rPr>
              <a:t>IN THE APP</a:t>
            </a:r>
          </a:p>
        </p:txBody>
      </p:sp>
      <p:sp>
        <p:nvSpPr>
          <p:cNvPr id="5" name="practice-action">
            <a:extLst xmlns:a="http://schemas.openxmlformats.org/drawingml/2006/main">
              <a:ext uri="{FF2B5EF4-FFF2-40B4-BE49-F238E27FC236}">
                <a16:creationId xmlns:a16="http://schemas.microsoft.com/office/drawing/2014/main" id="{56823676-A40E-4113-8693-9FDEF0E812D3}"/>
              </a:ext>
            </a:extLst>
          </p:cNvPr>
          <p:cNvSpPr>
            <a:spLocks xmlns:a="http://schemas.openxmlformats.org/drawingml/2006/main" noGrp="1"/>
          </p:cNvSpPr>
          <p:nvPr/>
        </p:nvSpPr>
        <p:spPr>
          <a:xfrm xmlns:a="http://schemas.openxmlformats.org/drawingml/2006/main">
            <a:off x="457200" y="4467225"/>
            <a:ext cx="807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Start a new conversation. Ask a question outside the PDF.</a:t>
            </a:r>
          </a:p>
        </p:txBody>
      </p:sp>
      <p:sp>
        <p:nvSpPr>
          <p:cNvPr id="6" name="slide-number">
            <a:extLst xmlns:a="http://schemas.openxmlformats.org/drawingml/2006/main">
              <a:ext uri="{FF2B5EF4-FFF2-40B4-BE49-F238E27FC236}">
                <a16:creationId xmlns:a16="http://schemas.microsoft.com/office/drawing/2014/main" id="{ACCF78D9-4961-45F4-8297-5DDC21834C8E}"/>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19 / 21</a:t>
            </a:r>
          </a:p>
        </p:txBody>
      </p:sp>
    </p:spTree>
    <p:extLst>
      <p:ext uri="{BB962C8B-B14F-4D97-AF65-F5344CB8AC3E}">
        <p14:creationId xmlns:p14="http://schemas.microsoft.com/office/powerpoint/2010/main" val="110491281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D71F02F-8258-4063-B36F-E28F249EAEF4}"/>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Practice: three passages or five?</a:t>
            </a:r>
          </a:p>
        </p:txBody>
      </p:sp>
      <p:sp>
        <p:nvSpPr>
          <p:cNvPr id="2" name="k-three">
            <a:extLst xmlns:a="http://schemas.openxmlformats.org/drawingml/2006/main">
              <a:ext uri="{FF2B5EF4-FFF2-40B4-BE49-F238E27FC236}">
                <a16:creationId xmlns:a16="http://schemas.microsoft.com/office/drawing/2014/main" id="{C47699E8-61B2-4F8A-8A14-92887247BEBE}"/>
              </a:ext>
            </a:extLst>
          </p:cNvPr>
          <p:cNvSpPr>
            <a:spLocks xmlns:a="http://schemas.openxmlformats.org/drawingml/2006/main" noGrp="1"/>
          </p:cNvSpPr>
          <p:nvPr/>
        </p:nvSpPr>
        <p:spPr>
          <a:xfrm xmlns:a="http://schemas.openxmlformats.org/drawingml/2006/main">
            <a:off x="1219200" y="1714500"/>
            <a:ext cx="2476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a:solidFill>
                  <a:srgbClr val="203C36"/>
                </a:solidFill>
                <a:latin typeface="Roboto Mono Light"/>
                <a:ea typeface="Roboto Mono Light"/>
                <a:cs typeface="Roboto Mono Light"/>
              </a:defRPr>
            </a:defPPr>
          </a:lstStyle>
          <a:p xmlns:a="http://schemas.openxmlformats.org/drawingml/2006/main">
            <a:pPr>
              <a:defRPr sz="7200">
                <a:solidFill>
                  <a:srgbClr val="203C36"/>
                </a:solidFill>
                <a:latin typeface="Roboto Mono Light"/>
                <a:ea typeface="Roboto Mono Light"/>
                <a:cs typeface="Roboto Mono Light"/>
              </a:defRPr>
            </a:pPr>
            <a:r>
              <a:rPr sz="7200">
                <a:solidFill>
                  <a:srgbClr val="203C36"/>
                </a:solidFill>
                <a:latin typeface="Roboto Mono Light"/>
                <a:ea typeface="Roboto Mono Light"/>
                <a:cs typeface="Roboto Mono Light"/>
              </a:rPr>
              <a:t>3</a:t>
            </a:r>
          </a:p>
        </p:txBody>
      </p:sp>
      <p:sp>
        <p:nvSpPr>
          <p:cNvPr id="3" name="k-five">
            <a:extLst xmlns:a="http://schemas.openxmlformats.org/drawingml/2006/main">
              <a:ext uri="{FF2B5EF4-FFF2-40B4-BE49-F238E27FC236}">
                <a16:creationId xmlns:a16="http://schemas.microsoft.com/office/drawing/2014/main" id="{9CAC118D-9DDC-4298-95D1-632A5D7B9E9A}"/>
              </a:ext>
            </a:extLst>
          </p:cNvPr>
          <p:cNvSpPr>
            <a:spLocks xmlns:a="http://schemas.openxmlformats.org/drawingml/2006/main" noGrp="1"/>
          </p:cNvSpPr>
          <p:nvPr/>
        </p:nvSpPr>
        <p:spPr>
          <a:xfrm xmlns:a="http://schemas.openxmlformats.org/drawingml/2006/main">
            <a:off x="5810250" y="1714500"/>
            <a:ext cx="2476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a:solidFill>
                  <a:srgbClr val="203C36"/>
                </a:solidFill>
                <a:latin typeface="Roboto Mono Light"/>
                <a:ea typeface="Roboto Mono Light"/>
                <a:cs typeface="Roboto Mono Light"/>
              </a:defRPr>
            </a:defPPr>
          </a:lstStyle>
          <a:p xmlns:a="http://schemas.openxmlformats.org/drawingml/2006/main">
            <a:pPr>
              <a:defRPr sz="7200">
                <a:solidFill>
                  <a:srgbClr val="203C36"/>
                </a:solidFill>
                <a:latin typeface="Roboto Mono Light"/>
                <a:ea typeface="Roboto Mono Light"/>
                <a:cs typeface="Roboto Mono Light"/>
              </a:defRPr>
            </a:pPr>
            <a:r>
              <a:rPr sz="7200">
                <a:solidFill>
                  <a:srgbClr val="203C36"/>
                </a:solidFill>
                <a:latin typeface="Roboto Mono Light"/>
                <a:ea typeface="Roboto Mono Light"/>
                <a:cs typeface="Roboto Mono Light"/>
              </a:rPr>
              <a:t>5</a:t>
            </a:r>
          </a:p>
        </p:txBody>
      </p:sp>
      <p:sp>
        <p:nvSpPr>
          <p:cNvPr id="4" name="k-three-caption">
            <a:extLst xmlns:a="http://schemas.openxmlformats.org/drawingml/2006/main">
              <a:ext uri="{FF2B5EF4-FFF2-40B4-BE49-F238E27FC236}">
                <a16:creationId xmlns:a16="http://schemas.microsoft.com/office/drawing/2014/main" id="{DE9A70B3-9D69-4D67-A0B1-F5B0B5101ED9}"/>
              </a:ext>
            </a:extLst>
          </p:cNvPr>
          <p:cNvSpPr>
            <a:spLocks xmlns:a="http://schemas.openxmlformats.org/drawingml/2006/main" noGrp="1"/>
          </p:cNvSpPr>
          <p:nvPr/>
        </p:nvSpPr>
        <p:spPr>
          <a:xfrm xmlns:a="http://schemas.openxmlformats.org/drawingml/2006/main">
            <a:off x="457200" y="3086100"/>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C36"/>
                </a:solidFill>
                <a:latin typeface="Roboto Mono Light"/>
                <a:ea typeface="Roboto Mono Light"/>
                <a:cs typeface="Roboto Mono Light"/>
              </a:defRPr>
            </a:defPPr>
          </a:lstStyle>
          <a:p xmlns:a="http://schemas.openxmlformats.org/drawingml/2006/main">
            <a:pPr>
              <a:defRPr sz="2100">
                <a:solidFill>
                  <a:srgbClr val="203C36"/>
                </a:solidFill>
                <a:latin typeface="Roboto Mono Light"/>
                <a:ea typeface="Roboto Mono Light"/>
                <a:cs typeface="Roboto Mono Light"/>
              </a:defRPr>
            </a:pPr>
            <a:r>
              <a:rPr sz="2100">
                <a:solidFill>
                  <a:srgbClr val="203C36"/>
                </a:solidFill>
                <a:latin typeface="Roboto Mono Light"/>
                <a:ea typeface="Roboto Mono Light"/>
                <a:cs typeface="Roboto Mono Light"/>
              </a:rPr>
              <a:t>Shorter context</a:t>
            </a:r>
          </a:p>
        </p:txBody>
      </p:sp>
      <p:sp>
        <p:nvSpPr>
          <p:cNvPr id="5" name="k-five-caption">
            <a:extLst xmlns:a="http://schemas.openxmlformats.org/drawingml/2006/main">
              <a:ext uri="{FF2B5EF4-FFF2-40B4-BE49-F238E27FC236}">
                <a16:creationId xmlns:a16="http://schemas.microsoft.com/office/drawing/2014/main" id="{F9C5F571-3BD3-4966-8110-2E38BDDCD423}"/>
              </a:ext>
            </a:extLst>
          </p:cNvPr>
          <p:cNvSpPr>
            <a:spLocks xmlns:a="http://schemas.openxmlformats.org/drawingml/2006/main" noGrp="1"/>
          </p:cNvSpPr>
          <p:nvPr/>
        </p:nvSpPr>
        <p:spPr>
          <a:xfrm xmlns:a="http://schemas.openxmlformats.org/drawingml/2006/main">
            <a:off x="4933950" y="3086100"/>
            <a:ext cx="3752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203C36"/>
                </a:solidFill>
                <a:latin typeface="Roboto Mono Light"/>
                <a:ea typeface="Roboto Mono Light"/>
                <a:cs typeface="Roboto Mono Light"/>
              </a:defRPr>
            </a:defPPr>
          </a:lstStyle>
          <a:p xmlns:a="http://schemas.openxmlformats.org/drawingml/2006/main">
            <a:pPr>
              <a:defRPr sz="1950">
                <a:solidFill>
                  <a:srgbClr val="203C36"/>
                </a:solidFill>
                <a:latin typeface="Roboto Mono Light"/>
                <a:ea typeface="Roboto Mono Light"/>
                <a:cs typeface="Roboto Mono Light"/>
              </a:defRPr>
            </a:pPr>
            <a:r>
              <a:rPr sz="1950">
                <a:solidFill>
                  <a:srgbClr val="203C36"/>
                </a:solidFill>
                <a:latin typeface="Roboto Mono Light"/>
                <a:ea typeface="Roboto Mono Light"/>
                <a:cs typeface="Roboto Mono Light"/>
              </a:rPr>
              <a:t>More evidence to inspect</a:t>
            </a:r>
          </a:p>
        </p:txBody>
      </p:sp>
      <p:sp>
        <p:nvSpPr>
          <p:cNvPr id="6" name="experiment-constant">
            <a:extLst xmlns:a="http://schemas.openxmlformats.org/drawingml/2006/main">
              <a:ext uri="{FF2B5EF4-FFF2-40B4-BE49-F238E27FC236}">
                <a16:creationId xmlns:a16="http://schemas.microsoft.com/office/drawing/2014/main" id="{50325BED-F11E-4CA2-B871-7986F4821788}"/>
              </a:ext>
            </a:extLst>
          </p:cNvPr>
          <p:cNvSpPr>
            <a:spLocks xmlns:a="http://schemas.openxmlformats.org/drawingml/2006/main" noGrp="1"/>
          </p:cNvSpPr>
          <p:nvPr/>
        </p:nvSpPr>
        <p:spPr>
          <a:xfrm xmlns:a="http://schemas.openxmlformats.org/drawingml/2006/main">
            <a:off x="457200" y="3819525"/>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203C36"/>
                </a:solidFill>
                <a:latin typeface="Roboto Mono Light"/>
                <a:ea typeface="Roboto Mono Light"/>
                <a:cs typeface="Roboto Mono Light"/>
              </a:defRPr>
            </a:defPPr>
          </a:lstStyle>
          <a:p xmlns:a="http://schemas.openxmlformats.org/drawingml/2006/main">
            <a:pPr>
              <a:defRPr sz="1950">
                <a:solidFill>
                  <a:srgbClr val="203C36"/>
                </a:solidFill>
                <a:latin typeface="Roboto Mono Light"/>
                <a:ea typeface="Roboto Mono Light"/>
                <a:cs typeface="Roboto Mono Light"/>
              </a:defRPr>
            </a:pPr>
            <a:r>
              <a:rPr sz="1950">
                <a:solidFill>
                  <a:srgbClr val="203C36"/>
                </a:solidFill>
                <a:latin typeface="Roboto Mono Light"/>
                <a:ea typeface="Roboto Mono Light"/>
                <a:cs typeface="Roboto Mono Light"/>
              </a:rPr>
              <a:t>Same PDF. Same question. Compare the sources.</a:t>
            </a:r>
          </a:p>
        </p:txBody>
      </p:sp>
      <p:sp>
        <p:nvSpPr>
          <p:cNvPr id="7" name="practice-label">
            <a:extLst xmlns:a="http://schemas.openxmlformats.org/drawingml/2006/main">
              <a:ext uri="{FF2B5EF4-FFF2-40B4-BE49-F238E27FC236}">
                <a16:creationId xmlns:a16="http://schemas.microsoft.com/office/drawing/2014/main" id="{6C8FB0C6-BB33-4BEF-B75D-B17FF7EB6C63}"/>
              </a:ext>
            </a:extLst>
          </p:cNvPr>
          <p:cNvSpPr>
            <a:spLocks xmlns:a="http://schemas.openxmlformats.org/drawingml/2006/main" noGrp="1"/>
          </p:cNvSpPr>
          <p:nvPr/>
        </p:nvSpPr>
        <p:spPr>
          <a:xfrm xmlns:a="http://schemas.openxmlformats.org/drawingml/2006/main">
            <a:off x="457200" y="4210050"/>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8D4138"/>
                </a:solidFill>
                <a:latin typeface="Roboto Mono Light"/>
                <a:ea typeface="Roboto Mono Light"/>
                <a:cs typeface="Roboto Mono Light"/>
              </a:defRPr>
            </a:defPPr>
          </a:lstStyle>
          <a:p xmlns:a="http://schemas.openxmlformats.org/drawingml/2006/main">
            <a:pPr>
              <a:defRPr sz="1200">
                <a:solidFill>
                  <a:srgbClr val="8D4138"/>
                </a:solidFill>
                <a:latin typeface="Roboto Mono Light"/>
                <a:ea typeface="Roboto Mono Light"/>
                <a:cs typeface="Roboto Mono Light"/>
              </a:defRPr>
            </a:pPr>
            <a:r>
              <a:rPr sz="1200">
                <a:solidFill>
                  <a:srgbClr val="8D4138"/>
                </a:solidFill>
                <a:latin typeface="Roboto Mono Light"/>
                <a:ea typeface="Roboto Mono Light"/>
                <a:cs typeface="Roboto Mono Light"/>
              </a:rPr>
              <a:t>IN THE APP</a:t>
            </a:r>
          </a:p>
        </p:txBody>
      </p:sp>
      <p:sp>
        <p:nvSpPr>
          <p:cNvPr id="8" name="practice-action">
            <a:extLst xmlns:a="http://schemas.openxmlformats.org/drawingml/2006/main">
              <a:ext uri="{FF2B5EF4-FFF2-40B4-BE49-F238E27FC236}">
                <a16:creationId xmlns:a16="http://schemas.microsoft.com/office/drawing/2014/main" id="{CEBE6B42-47B3-41ED-83BA-5094D1278A3B}"/>
              </a:ext>
            </a:extLst>
          </p:cNvPr>
          <p:cNvSpPr>
            <a:spLocks xmlns:a="http://schemas.openxmlformats.org/drawingml/2006/main" noGrp="1"/>
          </p:cNvSpPr>
          <p:nvPr/>
        </p:nvSpPr>
        <p:spPr>
          <a:xfrm xmlns:a="http://schemas.openxmlformats.org/drawingml/2006/main">
            <a:off x="457200" y="4467225"/>
            <a:ext cx="807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3C36"/>
                </a:solidFill>
                <a:latin typeface="Roboto Mono Light"/>
                <a:ea typeface="Roboto Mono Light"/>
                <a:cs typeface="Roboto Mono Light"/>
              </a:defRPr>
            </a:defPPr>
          </a:lstStyle>
          <a:p xmlns:a="http://schemas.openxmlformats.org/drawingml/2006/main">
            <a:pPr>
              <a:defRPr sz="1650">
                <a:solidFill>
                  <a:srgbClr val="203C36"/>
                </a:solidFill>
                <a:latin typeface="Roboto Mono Light"/>
                <a:ea typeface="Roboto Mono Light"/>
                <a:cs typeface="Roboto Mono Light"/>
              </a:defRPr>
            </a:pPr>
            <a:r>
              <a:rPr sz="1650">
                <a:solidFill>
                  <a:srgbClr val="203C36"/>
                </a:solidFill>
                <a:latin typeface="Roboto Mono Light"/>
                <a:ea typeface="Roboto Mono Light"/>
                <a:cs typeface="Roboto Mono Light"/>
              </a:rPr>
              <a:t>Change Passages per answer to 5. Compare, then restore 3.</a:t>
            </a:r>
          </a:p>
        </p:txBody>
      </p:sp>
      <p:sp>
        <p:nvSpPr>
          <p:cNvPr id="9" name="slide-number">
            <a:extLst xmlns:a="http://schemas.openxmlformats.org/drawingml/2006/main">
              <a:ext uri="{FF2B5EF4-FFF2-40B4-BE49-F238E27FC236}">
                <a16:creationId xmlns:a16="http://schemas.microsoft.com/office/drawing/2014/main" id="{FA8AFFAA-190C-4D64-B42D-124D2DD22637}"/>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20 / 21</a:t>
            </a:r>
          </a:p>
        </p:txBody>
      </p:sp>
    </p:spTree>
    <p:extLst>
      <p:ext uri="{BB962C8B-B14F-4D97-AF65-F5344CB8AC3E}">
        <p14:creationId xmlns:p14="http://schemas.microsoft.com/office/powerpoint/2010/main" val="110491281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5EF8233-1B49-4343-ABE0-4276E9A5B0C2}"/>
              </a:ext>
            </a:extLst>
          </p:cNvPr>
          <p:cNvSpPr>
            <a:spLocks xmlns:a="http://schemas.openxmlformats.org/drawingml/2006/main" noGrp="1"/>
          </p:cNvSpPr>
          <p:nvPr/>
        </p:nvSpPr>
        <p:spPr>
          <a:xfrm xmlns:a="http://schemas.openxmlformats.org/drawingml/2006/main">
            <a:off x="457200" y="1009650"/>
            <a:ext cx="8229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a:solidFill>
                  <a:srgbClr val="203C36"/>
                </a:solidFill>
                <a:latin typeface="Roboto Mono Light"/>
                <a:ea typeface="Roboto Mono Light"/>
                <a:cs typeface="Roboto Mono Light"/>
              </a:defRPr>
            </a:defPPr>
          </a:lstStyle>
          <a:p xmlns:a="http://schemas.openxmlformats.org/drawingml/2006/main">
            <a:pPr>
              <a:defRPr sz="2800">
                <a:solidFill>
                  <a:srgbClr val="203C36"/>
                </a:solidFill>
                <a:latin typeface="Roboto Mono Light"/>
                <a:ea typeface="Roboto Mono Light"/>
                <a:cs typeface="Roboto Mono Light"/>
              </a:defRPr>
            </a:pPr>
            <a:r>
              <a:rPr sz="2800">
                <a:solidFill>
                  <a:srgbClr val="203C36"/>
                </a:solidFill>
                <a:latin typeface="Roboto Mono Light"/>
                <a:ea typeface="Roboto Mono Light"/>
                <a:cs typeface="Roboto Mono Light"/>
              </a:rPr>
              <a:t>Your document, your questions</a:t>
            </a:r>
          </a:p>
        </p:txBody>
      </p:sp>
      <p:sp>
        <p:nvSpPr>
          <p:cNvPr id="2" name="closing-one">
            <a:extLst xmlns:a="http://schemas.openxmlformats.org/drawingml/2006/main">
              <a:ext uri="{FF2B5EF4-FFF2-40B4-BE49-F238E27FC236}">
                <a16:creationId xmlns:a16="http://schemas.microsoft.com/office/drawing/2014/main" id="{76AA349C-18E7-4DEE-95A7-B24C2964AA72}"/>
              </a:ext>
            </a:extLst>
          </p:cNvPr>
          <p:cNvSpPr>
            <a:spLocks xmlns:a="http://schemas.openxmlformats.org/drawingml/2006/main" noGrp="1"/>
          </p:cNvSpPr>
          <p:nvPr/>
        </p:nvSpPr>
        <p:spPr>
          <a:xfrm xmlns:a="http://schemas.openxmlformats.org/drawingml/2006/main">
            <a:off x="457200" y="1924050"/>
            <a:ext cx="8229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203C36"/>
                </a:solidFill>
                <a:latin typeface="Roboto Mono Light"/>
                <a:ea typeface="Roboto Mono Light"/>
                <a:cs typeface="Roboto Mono Light"/>
              </a:defRPr>
            </a:defPPr>
          </a:lstStyle>
          <a:p xmlns:a="http://schemas.openxmlformats.org/drawingml/2006/main">
            <a:pPr>
              <a:defRPr sz="2625">
                <a:solidFill>
                  <a:srgbClr val="203C36"/>
                </a:solidFill>
                <a:latin typeface="Roboto Mono Light"/>
                <a:ea typeface="Roboto Mono Light"/>
                <a:cs typeface="Roboto Mono Light"/>
              </a:defRPr>
            </a:pPr>
            <a:r>
              <a:rPr sz="2625">
                <a:solidFill>
                  <a:srgbClr val="203C36"/>
                </a:solidFill>
                <a:latin typeface="Roboto Mono Light"/>
                <a:ea typeface="Roboto Mono Light"/>
                <a:cs typeface="Roboto Mono Light"/>
              </a:rPr>
              <a:t>One fact you can verify</a:t>
            </a:r>
          </a:p>
        </p:txBody>
      </p:sp>
      <p:sp>
        <p:nvSpPr>
          <p:cNvPr id="3" name="closing-two">
            <a:extLst xmlns:a="http://schemas.openxmlformats.org/drawingml/2006/main">
              <a:ext uri="{FF2B5EF4-FFF2-40B4-BE49-F238E27FC236}">
                <a16:creationId xmlns:a16="http://schemas.microsoft.com/office/drawing/2014/main" id="{A753A0CA-F052-443A-83AD-1A621FC20726}"/>
              </a:ext>
            </a:extLst>
          </p:cNvPr>
          <p:cNvSpPr>
            <a:spLocks xmlns:a="http://schemas.openxmlformats.org/drawingml/2006/main" noGrp="1"/>
          </p:cNvSpPr>
          <p:nvPr/>
        </p:nvSpPr>
        <p:spPr>
          <a:xfrm xmlns:a="http://schemas.openxmlformats.org/drawingml/2006/main">
            <a:off x="457200" y="2800350"/>
            <a:ext cx="8229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203C36"/>
                </a:solidFill>
                <a:latin typeface="Roboto Mono Light"/>
                <a:ea typeface="Roboto Mono Light"/>
                <a:cs typeface="Roboto Mono Light"/>
              </a:defRPr>
            </a:defPPr>
          </a:lstStyle>
          <a:p xmlns:a="http://schemas.openxmlformats.org/drawingml/2006/main">
            <a:pPr>
              <a:defRPr sz="2325">
                <a:solidFill>
                  <a:srgbClr val="203C36"/>
                </a:solidFill>
                <a:latin typeface="Roboto Mono Light"/>
                <a:ea typeface="Roboto Mono Light"/>
                <a:cs typeface="Roboto Mono Light"/>
              </a:defRPr>
            </a:pPr>
            <a:r>
              <a:rPr sz="2325">
                <a:solidFill>
                  <a:srgbClr val="203C36"/>
                </a:solidFill>
                <a:latin typeface="Roboto Mono Light"/>
                <a:ea typeface="Roboto Mono Light"/>
                <a:cs typeface="Roboto Mono Light"/>
              </a:rPr>
              <a:t>One fact the document cannot answer</a:t>
            </a:r>
          </a:p>
        </p:txBody>
      </p:sp>
      <p:sp>
        <p:nvSpPr>
          <p:cNvPr id="4" name="closing-task">
            <a:extLst xmlns:a="http://schemas.openxmlformats.org/drawingml/2006/main">
              <a:ext uri="{FF2B5EF4-FFF2-40B4-BE49-F238E27FC236}">
                <a16:creationId xmlns:a16="http://schemas.microsoft.com/office/drawing/2014/main" id="{59B06F45-853C-4295-AD6E-E0D9B5EEB2EC}"/>
              </a:ext>
            </a:extLst>
          </p:cNvPr>
          <p:cNvSpPr>
            <a:spLocks xmlns:a="http://schemas.openxmlformats.org/drawingml/2006/main" noGrp="1"/>
          </p:cNvSpPr>
          <p:nvPr/>
        </p:nvSpPr>
        <p:spPr>
          <a:xfrm xmlns:a="http://schemas.openxmlformats.org/drawingml/2006/main">
            <a:off x="457200" y="387667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203C36"/>
                </a:solidFill>
                <a:latin typeface="Roboto Mono Light"/>
                <a:ea typeface="Roboto Mono Light"/>
                <a:cs typeface="Roboto Mono Light"/>
              </a:defRPr>
            </a:defPPr>
          </a:lstStyle>
          <a:p xmlns:a="http://schemas.openxmlformats.org/drawingml/2006/main">
            <a:pPr>
              <a:defRPr sz="2175">
                <a:solidFill>
                  <a:srgbClr val="203C36"/>
                </a:solidFill>
                <a:latin typeface="Roboto Mono Light"/>
                <a:ea typeface="Roboto Mono Light"/>
                <a:cs typeface="Roboto Mono Light"/>
              </a:defRPr>
            </a:pPr>
            <a:r>
              <a:rPr sz="2175">
                <a:solidFill>
                  <a:srgbClr val="203C36"/>
                </a:solidFill>
                <a:latin typeface="Roboto Mono Light"/>
                <a:ea typeface="Roboto Mono Light"/>
                <a:cs typeface="Roboto Mono Light"/>
              </a:rPr>
              <a:t>Find the evidence. Check the claim.</a:t>
            </a:r>
          </a:p>
        </p:txBody>
      </p:sp>
      <p:sp>
        <p:nvSpPr>
          <p:cNvPr id="5" name="closing-qa">
            <a:extLst xmlns:a="http://schemas.openxmlformats.org/drawingml/2006/main">
              <a:ext uri="{FF2B5EF4-FFF2-40B4-BE49-F238E27FC236}">
                <a16:creationId xmlns:a16="http://schemas.microsoft.com/office/drawing/2014/main" id="{8E83B192-4B02-4769-9F59-32384FD2C103}"/>
              </a:ext>
            </a:extLst>
          </p:cNvPr>
          <p:cNvSpPr>
            <a:spLocks xmlns:a="http://schemas.openxmlformats.org/drawingml/2006/main" noGrp="1"/>
          </p:cNvSpPr>
          <p:nvPr/>
        </p:nvSpPr>
        <p:spPr>
          <a:xfrm xmlns:a="http://schemas.openxmlformats.org/drawingml/2006/main">
            <a:off x="457200" y="4581525"/>
            <a:ext cx="822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8D4138"/>
                </a:solidFill>
                <a:latin typeface="Roboto Mono Light"/>
                <a:ea typeface="Roboto Mono Light"/>
                <a:cs typeface="Roboto Mono Light"/>
              </a:defRPr>
            </a:defPPr>
          </a:lstStyle>
          <a:p xmlns:a="http://schemas.openxmlformats.org/drawingml/2006/main">
            <a:pPr>
              <a:defRPr sz="1875">
                <a:solidFill>
                  <a:srgbClr val="8D4138"/>
                </a:solidFill>
                <a:latin typeface="Roboto Mono Light"/>
                <a:ea typeface="Roboto Mono Light"/>
                <a:cs typeface="Roboto Mono Light"/>
              </a:defRPr>
            </a:pPr>
            <a:r>
              <a:rPr sz="1875">
                <a:solidFill>
                  <a:srgbClr val="8D4138"/>
                </a:solidFill>
                <a:latin typeface="Roboto Mono Light"/>
                <a:ea typeface="Roboto Mono Light"/>
                <a:cs typeface="Roboto Mono Light"/>
              </a:rPr>
              <a:t>Questions and discussion</a:t>
            </a:r>
          </a:p>
        </p:txBody>
      </p:sp>
      <p:sp>
        <p:nvSpPr>
          <p:cNvPr id="6" name="slide-number">
            <a:extLst xmlns:a="http://schemas.openxmlformats.org/drawingml/2006/main">
              <a:ext uri="{FF2B5EF4-FFF2-40B4-BE49-F238E27FC236}">
                <a16:creationId xmlns:a16="http://schemas.microsoft.com/office/drawing/2014/main" id="{3C313144-2D70-41C6-B495-6B4E77DD0334}"/>
              </a:ext>
            </a:extLst>
          </p:cNvPr>
          <p:cNvSpPr>
            <a:spLocks xmlns:a="http://schemas.openxmlformats.org/drawingml/2006/main" noGrp="1"/>
          </p:cNvSpPr>
          <p:nvPr/>
        </p:nvSpPr>
        <p:spPr>
          <a:xfrm xmlns:a="http://schemas.openxmlformats.org/drawingml/2006/main">
            <a:off x="7734300" y="4962525"/>
            <a:ext cx="666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a:solidFill>
                  <a:srgbClr val="203C36"/>
                </a:solidFill>
                <a:latin typeface="Roboto Mono Light"/>
                <a:ea typeface="Roboto Mono Light"/>
                <a:cs typeface="Roboto Mono Light"/>
              </a:defRPr>
            </a:defPPr>
          </a:lstStyle>
          <a:p xmlns:a="http://schemas.openxmlformats.org/drawingml/2006/main">
            <a:pPr algn="r">
              <a:defRPr sz="825">
                <a:solidFill>
                  <a:srgbClr val="203C36"/>
                </a:solidFill>
                <a:latin typeface="Roboto Mono Light"/>
                <a:ea typeface="Roboto Mono Light"/>
                <a:cs typeface="Roboto Mono Light"/>
              </a:defRPr>
            </a:pPr>
            <a:r>
              <a:rPr sz="825">
                <a:solidFill>
                  <a:srgbClr val="203C36"/>
                </a:solidFill>
                <a:latin typeface="Roboto Mono Light"/>
                <a:ea typeface="Roboto Mono Light"/>
                <a:cs typeface="Roboto Mono Light"/>
              </a:rPr>
              <a:t>21 / 21</a:t>
            </a:r>
          </a:p>
        </p:txBody>
      </p:sp>
    </p:spTree>
    <p:extLst>
      <p:ext uri="{BB962C8B-B14F-4D97-AF65-F5344CB8AC3E}">
        <p14:creationId xmlns:p14="http://schemas.microsoft.com/office/powerpoint/2010/main" val="1104912817"/>
      </p:ext>
    </p:extLst>
  </p:cSld>
</p:sld>
</file>

<file path=ppt/theme/theme1.xml><?xml version="1.0" encoding="utf-8"?>
<a:theme xmlns:a="http://schemas.openxmlformats.org/drawingml/2006/main" name="MLH Theme (v5)">
  <a:themeElements>
    <a:clrScheme name="Simple Light">
      <a:dk1>
        <a:srgbClr val="262626"/>
      </a:dk1>
      <a:lt1>
        <a:srgbClr val="122F4C"/>
      </a:lt1>
      <a:dk2>
        <a:srgbClr val="F5F5F5"/>
      </a:dk2>
      <a:lt2>
        <a:srgbClr val="FAFAFA"/>
      </a:lt2>
      <a:accent1>
        <a:srgbClr val="E73727"/>
      </a:accent1>
      <a:accent2>
        <a:srgbClr val="1D539F"/>
      </a:accent2>
      <a:accent3>
        <a:srgbClr val="F8B92A"/>
      </a:accent3>
      <a:accent4>
        <a:srgbClr val="22C55E"/>
      </a:accent4>
      <a:accent5>
        <a:srgbClr val="F97316"/>
      </a:accent5>
      <a:accent6>
        <a:srgbClr val="A855F7"/>
      </a:accent6>
      <a:hlink>
        <a:srgbClr val="4787E2"/>
      </a:hlink>
      <a:folHlink>
        <a:srgbClr val="0097A7"/>
      </a:folHlink>
    </a:clrScheme>
    <a:fontScheme name="Office">
      <a:majorFont>
        <a:latin typeface="Roboto Mono Light"/>
        <a:ea typeface=""/>
        <a:cs typeface=""/>
      </a:majorFont>
      <a:minorFont>
        <a:latin typeface="Roboto Mono Light"/>
        <a:ea typeface=""/>
        <a:cs typeface=""/>
      </a:minorFont>
    </a:fontScheme>
    <a:fmtScheme name="Simple Light">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2026-10-09T12:49:36.8550000Z</dcterms:created>
  <dcterms:modified xsi:type="dcterms:W3CDTF">2026-10-09T12:49:36.8550000Z</dcterms:modified>
</coreProperties>
</file>